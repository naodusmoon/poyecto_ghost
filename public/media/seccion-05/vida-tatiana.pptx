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ymphony Bold" charset="1" panose="00000000000000000000"/>
      <p:regular r:id="rId18"/>
    </p:embeddedFont>
    <p:embeddedFont>
      <p:font typeface="Touvlo" charset="1" panose="020B0604030403020204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  <p:embeddedFont>
      <p:font typeface="Touvlo Bold" charset="1" panose="020B0804030403020204"/>
      <p:regular r:id="rId22"/>
    </p:embeddedFont>
    <p:embeddedFont>
      <p:font typeface="Chewy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slide3.xml" Type="http://schemas.openxmlformats.org/officeDocument/2006/relationships/slide"/><Relationship Id="rId5" Target="slide8.xml" Type="http://schemas.openxmlformats.org/officeDocument/2006/relationships/slid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slide1.xml" Type="http://schemas.openxmlformats.org/officeDocument/2006/relationships/slid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.xml" Type="http://schemas.openxmlformats.org/officeDocument/2006/relationships/slide"/><Relationship Id="rId11" Target="slide2.xml" Type="http://schemas.openxmlformats.org/officeDocument/2006/relationships/slide"/><Relationship Id="rId12" Target="../media/image6.png" Type="http://schemas.openxmlformats.org/officeDocument/2006/relationships/image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4.png" Type="http://schemas.openxmlformats.org/officeDocument/2006/relationships/image"/><Relationship Id="rId15" Target="../media/image5.svg" Type="http://schemas.openxmlformats.org/officeDocument/2006/relationships/image"/><Relationship Id="rId16" Target="slide5.xml" Type="http://schemas.openxmlformats.org/officeDocument/2006/relationships/slide"/><Relationship Id="rId17" Target="slide3.xml" Type="http://schemas.openxmlformats.org/officeDocument/2006/relationships/slide"/><Relationship Id="rId18" Target="../media/image6.png" Type="http://schemas.openxmlformats.org/officeDocument/2006/relationships/image"/><Relationship Id="rId19" Target="slide2.xml" Type="http://schemas.openxmlformats.org/officeDocument/2006/relationships/slide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.xml" Type="http://schemas.openxmlformats.org/officeDocument/2006/relationships/slide"/><Relationship Id="rId11" Target="../media/image6.png" Type="http://schemas.openxmlformats.org/officeDocument/2006/relationships/image"/><Relationship Id="rId12" Target="slide2.xml" Type="http://schemas.openxmlformats.org/officeDocument/2006/relationships/slid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7.xml" Type="http://schemas.openxmlformats.org/officeDocument/2006/relationships/slide"/><Relationship Id="rId8" Target="slide5.xml" Type="http://schemas.openxmlformats.org/officeDocument/2006/relationships/slid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../media/image6.png" Type="http://schemas.openxmlformats.org/officeDocument/2006/relationships/image"/><Relationship Id="rId12" Target="slide2.xml" Type="http://schemas.openxmlformats.org/officeDocument/2006/relationships/slide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7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7.xml" Type="http://schemas.openxmlformats.org/officeDocument/2006/relationships/slide"/><Relationship Id="rId11" Target="../media/image6.png" Type="http://schemas.openxmlformats.org/officeDocument/2006/relationships/image"/><Relationship Id="rId12" Target="slide2.xml" Type="http://schemas.openxmlformats.org/officeDocument/2006/relationships/slide"/><Relationship Id="rId2" Target="../media/image2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9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17" Target="slide10.xml" Type="http://schemas.openxmlformats.org/officeDocument/2006/relationships/slide"/><Relationship Id="rId18" Target="slide8.xml" Type="http://schemas.openxmlformats.org/officeDocument/2006/relationships/slide"/><Relationship Id="rId19" Target="../media/image6.png" Type="http://schemas.openxmlformats.org/officeDocument/2006/relationships/image"/><Relationship Id="rId2" Target="../media/image30.png" Type="http://schemas.openxmlformats.org/officeDocument/2006/relationships/image"/><Relationship Id="rId20" Target="slide2.xml" Type="http://schemas.openxmlformats.org/officeDocument/2006/relationships/slid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1.xml" Type="http://schemas.openxmlformats.org/officeDocument/2006/relationships/slide"/><Relationship Id="rId11" Target="slide9.xml" Type="http://schemas.openxmlformats.org/officeDocument/2006/relationships/slide"/><Relationship Id="rId12" Target="../media/image6.png" Type="http://schemas.openxmlformats.org/officeDocument/2006/relationships/image"/><Relationship Id="rId13" Target="slide2.xml" Type="http://schemas.openxmlformats.org/officeDocument/2006/relationships/slid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15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10.xml" Type="http://schemas.openxmlformats.org/officeDocument/2006/relationships/slide"/><Relationship Id="rId8" Target="../media/image6.png" Type="http://schemas.openxmlformats.org/officeDocument/2006/relationships/image"/><Relationship Id="rId9" Target="slide2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4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6656" y="0"/>
            <a:ext cx="7981344" cy="10287000"/>
            <a:chOff x="0" y="0"/>
            <a:chExt cx="812800" cy="1047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47602"/>
            </a:xfrm>
            <a:custGeom>
              <a:avLst/>
              <a:gdLst/>
              <a:ahLst/>
              <a:cxnLst/>
              <a:rect r="r" b="b" t="t" l="l"/>
              <a:pathLst>
                <a:path h="104760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47602"/>
                  </a:lnTo>
                  <a:lnTo>
                    <a:pt x="0" y="1047602"/>
                  </a:lnTo>
                  <a:close/>
                </a:path>
              </a:pathLst>
            </a:custGeom>
            <a:blipFill>
              <a:blip r:embed="rId2"/>
              <a:stretch>
                <a:fillRect l="0" t="-8190" r="0" b="-819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1734" y="1407298"/>
            <a:ext cx="9594923" cy="383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55"/>
              </a:lnSpc>
            </a:pPr>
            <a:r>
              <a:rPr lang="en-US" b="true" sz="13993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PROYECTO de vida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228798"/>
            <a:ext cx="7387924" cy="110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4187" spc="-355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Andrade saray Tatiana</a:t>
            </a:r>
          </a:p>
          <a:p>
            <a:pPr algn="l">
              <a:lnSpc>
                <a:spcPts val="4312"/>
              </a:lnSpc>
            </a:pPr>
            <a:r>
              <a:rPr lang="en-US" sz="4187" spc="-355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1102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66174" y="5143500"/>
            <a:ext cx="2700900" cy="2607597"/>
          </a:xfrm>
          <a:custGeom>
            <a:avLst/>
            <a:gdLst/>
            <a:ahLst/>
            <a:cxnLst/>
            <a:rect r="r" b="b" t="t" l="l"/>
            <a:pathLst>
              <a:path h="2607597" w="2700900">
                <a:moveTo>
                  <a:pt x="0" y="0"/>
                </a:moveTo>
                <a:lnTo>
                  <a:pt x="2700900" y="0"/>
                </a:lnTo>
                <a:lnTo>
                  <a:pt x="2700900" y="2607597"/>
                </a:lnTo>
                <a:lnTo>
                  <a:pt x="0" y="260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95137" y="253426"/>
            <a:ext cx="10503239" cy="260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84"/>
              </a:lnSpc>
            </a:pPr>
            <a:r>
              <a:rPr lang="en-US" b="true" sz="16209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Ìndice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590019" y="4179743"/>
            <a:ext cx="5658041" cy="1345821"/>
            <a:chOff x="0" y="0"/>
            <a:chExt cx="1490184" cy="3544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2434688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6502" y="2649966"/>
            <a:ext cx="5658041" cy="1345821"/>
            <a:chOff x="0" y="0"/>
            <a:chExt cx="1490184" cy="3544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7096" y="2816451"/>
            <a:ext cx="4576673" cy="151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3798" spc="-322" strike="noStrike" u="sng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  <a:hlinkClick r:id="rId4" action="ppaction://hlinksldjump"/>
              </a:rPr>
              <a:t>Carrera que quiero estudiar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86502" y="4198203"/>
            <a:ext cx="5658041" cy="1345821"/>
            <a:chOff x="0" y="0"/>
            <a:chExt cx="1490184" cy="3544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502" y="5744049"/>
            <a:ext cx="5658041" cy="1345821"/>
            <a:chOff x="0" y="0"/>
            <a:chExt cx="1490184" cy="3544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6502" y="7289895"/>
            <a:ext cx="5658041" cy="1345821"/>
            <a:chOff x="0" y="0"/>
            <a:chExt cx="1490184" cy="3544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90019" y="2649966"/>
            <a:ext cx="5658041" cy="1345821"/>
            <a:chOff x="0" y="0"/>
            <a:chExt cx="1490184" cy="3544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46756" y="2649966"/>
            <a:ext cx="5658041" cy="1345821"/>
            <a:chOff x="0" y="0"/>
            <a:chExt cx="1490184" cy="3544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90019" y="5716064"/>
            <a:ext cx="5658041" cy="1345821"/>
            <a:chOff x="0" y="0"/>
            <a:chExt cx="1490184" cy="354455"/>
          </a:xfrm>
        </p:grpSpPr>
        <p:sp>
          <p:nvSpPr>
            <p:cNvPr name="Freeform 27" id="27">
              <a:hlinkClick r:id="rId5" action="ppaction://hlinksldjump"/>
            </p:cNvPr>
            <p:cNvSpPr/>
            <p:nvPr/>
          </p:nvSpPr>
          <p:spPr>
            <a:xfrm flipH="false" flipV="false" rot="0">
              <a:off x="0" y="0"/>
              <a:ext cx="1490184" cy="354455"/>
            </a:xfrm>
            <a:custGeom>
              <a:avLst/>
              <a:gdLst/>
              <a:ahLst/>
              <a:cxnLst/>
              <a:rect r="r" b="b" t="t" l="l"/>
              <a:pathLst>
                <a:path h="354455" w="1490184">
                  <a:moveTo>
                    <a:pt x="0" y="0"/>
                  </a:moveTo>
                  <a:lnTo>
                    <a:pt x="1490184" y="0"/>
                  </a:lnTo>
                  <a:lnTo>
                    <a:pt x="1490184" y="354455"/>
                  </a:lnTo>
                  <a:lnTo>
                    <a:pt x="0" y="354455"/>
                  </a:lnTo>
                  <a:close/>
                </a:path>
              </a:pathLst>
            </a:custGeom>
            <a:solidFill>
              <a:srgbClr val="DFC0B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1490184" cy="32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29" id="29">
            <a:hlinkClick r:id="rId4" action="ppaction://hlinksldjump"/>
          </p:cNvPr>
          <p:cNvSpPr/>
          <p:nvPr/>
        </p:nvSpPr>
        <p:spPr>
          <a:xfrm flipH="false" flipV="false" rot="0">
            <a:off x="10192574" y="7696422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>
            <a:hlinkClick r:id="rId8" action="ppaction://hlinksldjump"/>
          </p:cNvPr>
          <p:cNvSpPr/>
          <p:nvPr/>
        </p:nvSpPr>
        <p:spPr>
          <a:xfrm flipH="false" flipV="false" rot="-10645281">
            <a:off x="7323197" y="7843759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780457" y="7470815"/>
            <a:ext cx="1315342" cy="1315342"/>
          </a:xfrm>
          <a:custGeom>
            <a:avLst/>
            <a:gdLst/>
            <a:ahLst/>
            <a:cxnLst/>
            <a:rect r="r" b="b" t="t" l="l"/>
            <a:pathLst>
              <a:path h="1315342" w="1315342">
                <a:moveTo>
                  <a:pt x="0" y="0"/>
                </a:moveTo>
                <a:lnTo>
                  <a:pt x="1315343" y="0"/>
                </a:lnTo>
                <a:lnTo>
                  <a:pt x="1315343" y="1315343"/>
                </a:lnTo>
                <a:lnTo>
                  <a:pt x="0" y="13153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86502" y="2571618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6502" y="3863042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5174" y="5629749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6502" y="6976993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68086" y="2571618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68086" y="4083419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68086" y="5595220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96004" y="2653872"/>
            <a:ext cx="427051" cy="10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7"/>
              </a:lnSpc>
            </a:pPr>
            <a:r>
              <a:rPr lang="en-US" sz="5890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37096" y="4499580"/>
            <a:ext cx="4410969" cy="101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Habilidades que se requieren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19948" y="5802622"/>
            <a:ext cx="4410969" cy="151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Instituciones donde puedo estudiar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7554897" y="2983314"/>
            <a:ext cx="4693163" cy="52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Salario de la profesión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37992" y="7329418"/>
            <a:ext cx="4210073" cy="142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  <a:spcBef>
                <a:spcPct val="0"/>
              </a:spcBef>
            </a:pPr>
            <a:r>
              <a:rPr lang="en-US" sz="3574" spc="-303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Valor de los estudios y financiación</a:t>
            </a:r>
          </a:p>
          <a:p>
            <a:pPr algn="l" marL="0" indent="0" lvl="0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7614237" y="4640106"/>
            <a:ext cx="6831439" cy="52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Pensum o materias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10288" y="5797947"/>
            <a:ext cx="3712766" cy="101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Mis habilidades, gustos y talentos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59595" y="3023099"/>
            <a:ext cx="1787624" cy="52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  <a:spcBef>
                <a:spcPct val="0"/>
              </a:spcBef>
            </a:pPr>
            <a:r>
              <a:rPr lang="en-US" sz="3798" spc="-322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Mi plan 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2581" y="0"/>
            <a:ext cx="4872878" cy="10472307"/>
            <a:chOff x="0" y="0"/>
            <a:chExt cx="1457383" cy="3132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383" cy="3132063"/>
            </a:xfrm>
            <a:custGeom>
              <a:avLst/>
              <a:gdLst/>
              <a:ahLst/>
              <a:cxnLst/>
              <a:rect r="r" b="b" t="t" l="l"/>
              <a:pathLst>
                <a:path h="3132063" w="1457383">
                  <a:moveTo>
                    <a:pt x="0" y="0"/>
                  </a:moveTo>
                  <a:lnTo>
                    <a:pt x="1457383" y="0"/>
                  </a:lnTo>
                  <a:lnTo>
                    <a:pt x="1457383" y="3132063"/>
                  </a:lnTo>
                  <a:lnTo>
                    <a:pt x="0" y="3132063"/>
                  </a:lnTo>
                  <a:close/>
                </a:path>
              </a:pathLst>
            </a:custGeom>
            <a:blipFill>
              <a:blip r:embed="rId2"/>
              <a:stretch>
                <a:fillRect l="-111586" t="0" r="-11158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554263" y="2321259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67571" y="2321259"/>
            <a:ext cx="6404460" cy="4290988"/>
          </a:xfrm>
          <a:custGeom>
            <a:avLst/>
            <a:gdLst/>
            <a:ahLst/>
            <a:cxnLst/>
            <a:rect r="r" b="b" t="t" l="l"/>
            <a:pathLst>
              <a:path h="4290988" w="6404460">
                <a:moveTo>
                  <a:pt x="0" y="0"/>
                </a:moveTo>
                <a:lnTo>
                  <a:pt x="6404460" y="0"/>
                </a:lnTo>
                <a:lnTo>
                  <a:pt x="6404460" y="4290988"/>
                </a:lnTo>
                <a:lnTo>
                  <a:pt x="0" y="4290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660410">
            <a:off x="10068654" y="6590092"/>
            <a:ext cx="2796310" cy="1635841"/>
          </a:xfrm>
          <a:custGeom>
            <a:avLst/>
            <a:gdLst/>
            <a:ahLst/>
            <a:cxnLst/>
            <a:rect r="r" b="b" t="t" l="l"/>
            <a:pathLst>
              <a:path h="1635841" w="2796310">
                <a:moveTo>
                  <a:pt x="0" y="0"/>
                </a:moveTo>
                <a:lnTo>
                  <a:pt x="2796310" y="0"/>
                </a:lnTo>
                <a:lnTo>
                  <a:pt x="2796310" y="1635841"/>
                </a:lnTo>
                <a:lnTo>
                  <a:pt x="0" y="1635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023527">
            <a:off x="2075453" y="3572720"/>
            <a:ext cx="3226336" cy="1887407"/>
          </a:xfrm>
          <a:custGeom>
            <a:avLst/>
            <a:gdLst/>
            <a:ahLst/>
            <a:cxnLst/>
            <a:rect r="r" b="b" t="t" l="l"/>
            <a:pathLst>
              <a:path h="1887407" w="3226336">
                <a:moveTo>
                  <a:pt x="0" y="0"/>
                </a:moveTo>
                <a:lnTo>
                  <a:pt x="3226337" y="0"/>
                </a:lnTo>
                <a:lnTo>
                  <a:pt x="3226337" y="1887407"/>
                </a:lnTo>
                <a:lnTo>
                  <a:pt x="0" y="1887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hlinkClick r:id="rId10" action="ppaction://hlinksldjump"/>
          </p:cNvPr>
          <p:cNvSpPr/>
          <p:nvPr/>
        </p:nvSpPr>
        <p:spPr>
          <a:xfrm flipH="false" flipV="false" rot="0">
            <a:off x="10655923" y="8801966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hlinkClick r:id="rId11" action="ppaction://hlinksldjump"/>
          </p:cNvPr>
          <p:cNvSpPr/>
          <p:nvPr/>
        </p:nvSpPr>
        <p:spPr>
          <a:xfrm flipH="false" flipV="false" rot="-10645281">
            <a:off x="7786547" y="8949303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hlinkClick r:id="rId11" action="ppaction://hlinksldjump"/>
          </p:cNvPr>
          <p:cNvSpPr/>
          <p:nvPr/>
        </p:nvSpPr>
        <p:spPr>
          <a:xfrm flipH="false" flipV="false" rot="0">
            <a:off x="9243807" y="8576359"/>
            <a:ext cx="1315342" cy="1315342"/>
          </a:xfrm>
          <a:custGeom>
            <a:avLst/>
            <a:gdLst/>
            <a:ahLst/>
            <a:cxnLst/>
            <a:rect r="r" b="b" t="t" l="l"/>
            <a:pathLst>
              <a:path h="1315342" w="1315342">
                <a:moveTo>
                  <a:pt x="0" y="0"/>
                </a:moveTo>
                <a:lnTo>
                  <a:pt x="1315342" y="0"/>
                </a:lnTo>
                <a:lnTo>
                  <a:pt x="1315342" y="1315343"/>
                </a:lnTo>
                <a:lnTo>
                  <a:pt x="0" y="1315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49355" y="3828169"/>
            <a:ext cx="7472623" cy="236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1"/>
              </a:lnSpc>
            </a:pPr>
            <a:r>
              <a:rPr lang="en-US" b="true" sz="1477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Qué Es</a:t>
            </a:r>
            <a:r>
              <a:rPr lang="en-US" b="true" sz="14770" strike="noStrike" u="none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6330" y="971302"/>
            <a:ext cx="7400855" cy="134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5068" spc="-430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Programación de Software</a:t>
            </a:r>
          </a:p>
          <a:p>
            <a:pPr algn="l" marL="0" indent="0" lvl="0">
              <a:lnSpc>
                <a:spcPts val="52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07754" y="6593200"/>
            <a:ext cx="8519840" cy="247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3507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Crear programas y aplicaciones.</a:t>
            </a:r>
          </a:p>
          <a:p>
            <a:pPr algn="ctr">
              <a:lnSpc>
                <a:spcPts val="4910"/>
              </a:lnSpc>
            </a:pPr>
            <a:r>
              <a:rPr lang="en-US" sz="3507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Diseñar páginas web.</a:t>
            </a:r>
          </a:p>
          <a:p>
            <a:pPr algn="ctr">
              <a:lnSpc>
                <a:spcPts val="4910"/>
              </a:lnSpc>
            </a:pPr>
            <a:r>
              <a:rPr lang="en-US" sz="3507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Resolver problemas con tecnología.</a:t>
            </a:r>
          </a:p>
          <a:p>
            <a:pPr algn="ctr">
              <a:lnSpc>
                <a:spcPts val="4910"/>
              </a:lnSpc>
            </a:pPr>
            <a:r>
              <a:rPr lang="en-US" sz="3507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Construir un futuro profesional.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5941" y="1810269"/>
            <a:ext cx="6404460" cy="4290988"/>
          </a:xfrm>
          <a:custGeom>
            <a:avLst/>
            <a:gdLst/>
            <a:ahLst/>
            <a:cxnLst/>
            <a:rect r="r" b="b" t="t" l="l"/>
            <a:pathLst>
              <a:path h="4290988" w="6404460">
                <a:moveTo>
                  <a:pt x="0" y="0"/>
                </a:moveTo>
                <a:lnTo>
                  <a:pt x="6404460" y="0"/>
                </a:lnTo>
                <a:lnTo>
                  <a:pt x="6404460" y="4290988"/>
                </a:lnTo>
                <a:lnTo>
                  <a:pt x="0" y="429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98549" y="2828485"/>
            <a:ext cx="6070836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</a:pPr>
            <a:r>
              <a:rPr lang="en-US" b="true" sz="1200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Habilidades que se requieren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04338" y="434073"/>
            <a:ext cx="6536622" cy="2044180"/>
          </a:xfrm>
          <a:custGeom>
            <a:avLst/>
            <a:gdLst/>
            <a:ahLst/>
            <a:cxnLst/>
            <a:rect r="r" b="b" t="t" l="l"/>
            <a:pathLst>
              <a:path h="2044180" w="6536622">
                <a:moveTo>
                  <a:pt x="0" y="0"/>
                </a:moveTo>
                <a:lnTo>
                  <a:pt x="6536622" y="0"/>
                </a:lnTo>
                <a:lnTo>
                  <a:pt x="6536622" y="2044180"/>
                </a:lnTo>
                <a:lnTo>
                  <a:pt x="0" y="2044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36565" y="6301451"/>
            <a:ext cx="1527697" cy="40480"/>
          </a:xfrm>
          <a:custGeom>
            <a:avLst/>
            <a:gdLst/>
            <a:ahLst/>
            <a:cxnLst/>
            <a:rect r="r" b="b" t="t" l="l"/>
            <a:pathLst>
              <a:path h="40480" w="1527697">
                <a:moveTo>
                  <a:pt x="0" y="0"/>
                </a:moveTo>
                <a:lnTo>
                  <a:pt x="1527696" y="0"/>
                </a:lnTo>
                <a:lnTo>
                  <a:pt x="1527696" y="40481"/>
                </a:lnTo>
                <a:lnTo>
                  <a:pt x="0" y="40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21959" y="6260971"/>
            <a:ext cx="1527697" cy="40480"/>
          </a:xfrm>
          <a:custGeom>
            <a:avLst/>
            <a:gdLst/>
            <a:ahLst/>
            <a:cxnLst/>
            <a:rect r="r" b="b" t="t" l="l"/>
            <a:pathLst>
              <a:path h="40480" w="1527697">
                <a:moveTo>
                  <a:pt x="0" y="0"/>
                </a:moveTo>
                <a:lnTo>
                  <a:pt x="1527697" y="0"/>
                </a:lnTo>
                <a:lnTo>
                  <a:pt x="1527697" y="40480"/>
                </a:lnTo>
                <a:lnTo>
                  <a:pt x="0" y="40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56328" y="3647111"/>
            <a:ext cx="3481120" cy="2648994"/>
            <a:chOff x="0" y="0"/>
            <a:chExt cx="1553868" cy="1182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868" cy="1182432"/>
            </a:xfrm>
            <a:custGeom>
              <a:avLst/>
              <a:gdLst/>
              <a:ahLst/>
              <a:cxnLst/>
              <a:rect r="r" b="b" t="t" l="l"/>
              <a:pathLst>
                <a:path h="1182432" w="1553868">
                  <a:moveTo>
                    <a:pt x="0" y="0"/>
                  </a:moveTo>
                  <a:lnTo>
                    <a:pt x="1553868" y="0"/>
                  </a:lnTo>
                  <a:lnTo>
                    <a:pt x="1553868" y="1182432"/>
                  </a:lnTo>
                  <a:lnTo>
                    <a:pt x="0" y="1182432"/>
                  </a:lnTo>
                  <a:close/>
                </a:path>
              </a:pathLst>
            </a:custGeom>
            <a:blipFill>
              <a:blip r:embed="rId7"/>
              <a:stretch>
                <a:fillRect l="0" t="-17738" r="0" b="-177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74769" y="4021708"/>
            <a:ext cx="3481120" cy="2648994"/>
            <a:chOff x="0" y="0"/>
            <a:chExt cx="1553868" cy="1182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3868" cy="1182432"/>
            </a:xfrm>
            <a:custGeom>
              <a:avLst/>
              <a:gdLst/>
              <a:ahLst/>
              <a:cxnLst/>
              <a:rect r="r" b="b" t="t" l="l"/>
              <a:pathLst>
                <a:path h="1182432" w="1553868">
                  <a:moveTo>
                    <a:pt x="0" y="0"/>
                  </a:moveTo>
                  <a:lnTo>
                    <a:pt x="1553868" y="0"/>
                  </a:lnTo>
                  <a:lnTo>
                    <a:pt x="1553868" y="1182432"/>
                  </a:lnTo>
                  <a:lnTo>
                    <a:pt x="0" y="1182432"/>
                  </a:lnTo>
                  <a:close/>
                </a:path>
              </a:pathLst>
            </a:custGeom>
            <a:blipFill>
              <a:blip r:embed="rId8"/>
              <a:stretch>
                <a:fillRect l="-2480" t="0" r="-248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04065" y="6463376"/>
            <a:ext cx="3481120" cy="2648994"/>
            <a:chOff x="0" y="0"/>
            <a:chExt cx="1553868" cy="1182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868" cy="1182432"/>
            </a:xfrm>
            <a:custGeom>
              <a:avLst/>
              <a:gdLst/>
              <a:ahLst/>
              <a:cxnLst/>
              <a:rect r="r" b="b" t="t" l="l"/>
              <a:pathLst>
                <a:path h="1182432" w="1553868">
                  <a:moveTo>
                    <a:pt x="0" y="0"/>
                  </a:moveTo>
                  <a:lnTo>
                    <a:pt x="1553868" y="0"/>
                  </a:lnTo>
                  <a:lnTo>
                    <a:pt x="1553868" y="1182432"/>
                  </a:lnTo>
                  <a:lnTo>
                    <a:pt x="0" y="1182432"/>
                  </a:lnTo>
                  <a:close/>
                </a:path>
              </a:pathLst>
            </a:custGeom>
            <a:blipFill>
              <a:blip r:embed="rId9"/>
              <a:stretch>
                <a:fillRect l="0" t="-69466" r="0" b="-6946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989325" y="418405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3957" y="788179"/>
            <a:ext cx="6536622" cy="2044180"/>
          </a:xfrm>
          <a:custGeom>
            <a:avLst/>
            <a:gdLst/>
            <a:ahLst/>
            <a:cxnLst/>
            <a:rect r="r" b="b" t="t" l="l"/>
            <a:pathLst>
              <a:path h="2044180" w="6536622">
                <a:moveTo>
                  <a:pt x="0" y="0"/>
                </a:moveTo>
                <a:lnTo>
                  <a:pt x="6536622" y="0"/>
                </a:lnTo>
                <a:lnTo>
                  <a:pt x="6536622" y="2044180"/>
                </a:lnTo>
                <a:lnTo>
                  <a:pt x="0" y="2044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62915" y="7320888"/>
            <a:ext cx="6536622" cy="2044180"/>
          </a:xfrm>
          <a:custGeom>
            <a:avLst/>
            <a:gdLst/>
            <a:ahLst/>
            <a:cxnLst/>
            <a:rect r="r" b="b" t="t" l="l"/>
            <a:pathLst>
              <a:path h="2044180" w="6536622">
                <a:moveTo>
                  <a:pt x="0" y="0"/>
                </a:moveTo>
                <a:lnTo>
                  <a:pt x="6536622" y="0"/>
                </a:lnTo>
                <a:lnTo>
                  <a:pt x="6536622" y="2044180"/>
                </a:lnTo>
                <a:lnTo>
                  <a:pt x="0" y="2044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5596" y="2829191"/>
            <a:ext cx="2802843" cy="1635841"/>
          </a:xfrm>
          <a:custGeom>
            <a:avLst/>
            <a:gdLst/>
            <a:ahLst/>
            <a:cxnLst/>
            <a:rect r="r" b="b" t="t" l="l"/>
            <a:pathLst>
              <a:path h="1635841" w="2802843">
                <a:moveTo>
                  <a:pt x="0" y="0"/>
                </a:moveTo>
                <a:lnTo>
                  <a:pt x="2802843" y="0"/>
                </a:lnTo>
                <a:lnTo>
                  <a:pt x="2802843" y="1635841"/>
                </a:lnTo>
                <a:lnTo>
                  <a:pt x="0" y="1635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598272"/>
            <a:ext cx="6068205" cy="122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7"/>
              </a:lnSpc>
            </a:pPr>
            <a:r>
              <a:rPr lang="en-US" sz="3519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Trabajo en equipo.</a:t>
            </a:r>
          </a:p>
          <a:p>
            <a:pPr algn="ctr">
              <a:lnSpc>
                <a:spcPts val="4927"/>
              </a:lnSpc>
            </a:pPr>
            <a:r>
              <a:rPr lang="en-US" sz="3519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Manejo de computadores.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9139" y="854312"/>
            <a:ext cx="7269318" cy="172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05224" indent="-352612" lvl="1">
              <a:lnSpc>
                <a:spcPts val="4573"/>
              </a:lnSpc>
              <a:buFont typeface="Arial"/>
              <a:buChar char="•"/>
            </a:pPr>
            <a:r>
              <a:rPr lang="en-US" b="true" sz="3266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3266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esolución de problemas.</a:t>
            </a:r>
          </a:p>
          <a:p>
            <a:pPr algn="ctr" marL="705224" indent="-352612" lvl="1">
              <a:lnSpc>
                <a:spcPts val="4573"/>
              </a:lnSpc>
              <a:buFont typeface="Arial"/>
              <a:buChar char="•"/>
            </a:pPr>
            <a:r>
              <a:rPr lang="en-US" b="true" sz="3266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Paciencia y concentración.</a:t>
            </a:r>
          </a:p>
          <a:p>
            <a:pPr algn="ctr">
              <a:lnSpc>
                <a:spcPts val="4573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-3666576">
            <a:off x="6205861" y="5805473"/>
            <a:ext cx="2802843" cy="1635841"/>
          </a:xfrm>
          <a:custGeom>
            <a:avLst/>
            <a:gdLst/>
            <a:ahLst/>
            <a:cxnLst/>
            <a:rect r="r" b="b" t="t" l="l"/>
            <a:pathLst>
              <a:path h="1635841" w="2802843">
                <a:moveTo>
                  <a:pt x="0" y="0"/>
                </a:moveTo>
                <a:lnTo>
                  <a:pt x="2802844" y="0"/>
                </a:lnTo>
                <a:lnTo>
                  <a:pt x="2802844" y="1635841"/>
                </a:lnTo>
                <a:lnTo>
                  <a:pt x="0" y="1635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541457">
            <a:off x="9770426" y="1120186"/>
            <a:ext cx="2158460" cy="1259755"/>
          </a:xfrm>
          <a:custGeom>
            <a:avLst/>
            <a:gdLst/>
            <a:ahLst/>
            <a:cxnLst/>
            <a:rect r="r" b="b" t="t" l="l"/>
            <a:pathLst>
              <a:path h="1259755" w="2158460">
                <a:moveTo>
                  <a:pt x="0" y="0"/>
                </a:moveTo>
                <a:lnTo>
                  <a:pt x="2158460" y="0"/>
                </a:lnTo>
                <a:lnTo>
                  <a:pt x="2158460" y="1259756"/>
                </a:lnTo>
                <a:lnTo>
                  <a:pt x="0" y="12597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>
            <a:hlinkClick r:id="rId16" action="ppaction://hlinksldjump"/>
          </p:cNvPr>
          <p:cNvSpPr/>
          <p:nvPr/>
        </p:nvSpPr>
        <p:spPr>
          <a:xfrm flipH="false" flipV="false" rot="0">
            <a:off x="9673128" y="8960034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>
            <a:hlinkClick r:id="rId17" action="ppaction://hlinksldjump"/>
          </p:cNvPr>
          <p:cNvSpPr/>
          <p:nvPr/>
        </p:nvSpPr>
        <p:spPr>
          <a:xfrm flipH="false" flipV="false" rot="-10645281">
            <a:off x="6638121" y="9151913"/>
            <a:ext cx="1342159" cy="912668"/>
          </a:xfrm>
          <a:custGeom>
            <a:avLst/>
            <a:gdLst/>
            <a:ahLst/>
            <a:cxnLst/>
            <a:rect r="r" b="b" t="t" l="l"/>
            <a:pathLst>
              <a:path h="912668" w="1342159">
                <a:moveTo>
                  <a:pt x="0" y="0"/>
                </a:moveTo>
                <a:lnTo>
                  <a:pt x="1342159" y="0"/>
                </a:lnTo>
                <a:lnTo>
                  <a:pt x="1342159" y="912668"/>
                </a:lnTo>
                <a:lnTo>
                  <a:pt x="0" y="912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>
            <a:hlinkClick r:id="rId19" action="ppaction://hlinksldjump"/>
          </p:cNvPr>
          <p:cNvSpPr/>
          <p:nvPr/>
        </p:nvSpPr>
        <p:spPr>
          <a:xfrm flipH="false" flipV="false" rot="0">
            <a:off x="8095381" y="8778969"/>
            <a:ext cx="1315342" cy="1315342"/>
          </a:xfrm>
          <a:custGeom>
            <a:avLst/>
            <a:gdLst/>
            <a:ahLst/>
            <a:cxnLst/>
            <a:rect r="r" b="b" t="t" l="l"/>
            <a:pathLst>
              <a:path h="1315342" w="1315342">
                <a:moveTo>
                  <a:pt x="0" y="0"/>
                </a:moveTo>
                <a:lnTo>
                  <a:pt x="1315342" y="0"/>
                </a:lnTo>
                <a:lnTo>
                  <a:pt x="1315342" y="1315342"/>
                </a:lnTo>
                <a:lnTo>
                  <a:pt x="0" y="13153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56328" y="1144499"/>
            <a:ext cx="5924610" cy="114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3"/>
              </a:lnSpc>
            </a:pPr>
            <a:r>
              <a:rPr lang="en-US" sz="3266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Pensamiento lógico.</a:t>
            </a:r>
          </a:p>
          <a:p>
            <a:pPr algn="ctr">
              <a:lnSpc>
                <a:spcPts val="4573"/>
              </a:lnSpc>
            </a:pPr>
            <a:r>
              <a:rPr lang="en-US" sz="3266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Creatividad.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2684" y="742599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77755" y="0"/>
            <a:ext cx="6413162" cy="4290988"/>
          </a:xfrm>
          <a:custGeom>
            <a:avLst/>
            <a:gdLst/>
            <a:ahLst/>
            <a:cxnLst/>
            <a:rect r="r" b="b" t="t" l="l"/>
            <a:pathLst>
              <a:path h="4290988" w="6413162">
                <a:moveTo>
                  <a:pt x="0" y="0"/>
                </a:moveTo>
                <a:lnTo>
                  <a:pt x="6413162" y="0"/>
                </a:lnTo>
                <a:lnTo>
                  <a:pt x="6413162" y="4290988"/>
                </a:lnTo>
                <a:lnTo>
                  <a:pt x="0" y="4290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62125" y="1116960"/>
            <a:ext cx="6559322" cy="275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7"/>
              </a:lnSpc>
            </a:pPr>
            <a:r>
              <a:rPr lang="en-US" b="true" sz="1001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Instituciones donde puedo estudiar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04799" y="5636103"/>
            <a:ext cx="5771349" cy="3861557"/>
          </a:xfrm>
          <a:custGeom>
            <a:avLst/>
            <a:gdLst/>
            <a:ahLst/>
            <a:cxnLst/>
            <a:rect r="r" b="b" t="t" l="l"/>
            <a:pathLst>
              <a:path h="3861557" w="5771349">
                <a:moveTo>
                  <a:pt x="0" y="0"/>
                </a:moveTo>
                <a:lnTo>
                  <a:pt x="5771350" y="0"/>
                </a:lnTo>
                <a:lnTo>
                  <a:pt x="5771350" y="3861558"/>
                </a:lnTo>
                <a:lnTo>
                  <a:pt x="0" y="3861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9551" y="5980073"/>
            <a:ext cx="5257264" cy="3517588"/>
          </a:xfrm>
          <a:custGeom>
            <a:avLst/>
            <a:gdLst/>
            <a:ahLst/>
            <a:cxnLst/>
            <a:rect r="r" b="b" t="t" l="l"/>
            <a:pathLst>
              <a:path h="3517588" w="5257264">
                <a:moveTo>
                  <a:pt x="0" y="0"/>
                </a:moveTo>
                <a:lnTo>
                  <a:pt x="5257264" y="0"/>
                </a:lnTo>
                <a:lnTo>
                  <a:pt x="5257264" y="3517588"/>
                </a:lnTo>
                <a:lnTo>
                  <a:pt x="0" y="3517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62125" y="6042643"/>
            <a:ext cx="5163750" cy="3455018"/>
          </a:xfrm>
          <a:custGeom>
            <a:avLst/>
            <a:gdLst/>
            <a:ahLst/>
            <a:cxnLst/>
            <a:rect r="r" b="b" t="t" l="l"/>
            <a:pathLst>
              <a:path h="3455018" w="5163750">
                <a:moveTo>
                  <a:pt x="0" y="0"/>
                </a:moveTo>
                <a:lnTo>
                  <a:pt x="5163750" y="0"/>
                </a:lnTo>
                <a:lnTo>
                  <a:pt x="5163750" y="3455018"/>
                </a:lnTo>
                <a:lnTo>
                  <a:pt x="0" y="3455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082565">
            <a:off x="11826783" y="3869805"/>
            <a:ext cx="1975656" cy="2005742"/>
          </a:xfrm>
          <a:custGeom>
            <a:avLst/>
            <a:gdLst/>
            <a:ahLst/>
            <a:cxnLst/>
            <a:rect r="r" b="b" t="t" l="l"/>
            <a:pathLst>
              <a:path h="2005742" w="1975656">
                <a:moveTo>
                  <a:pt x="0" y="0"/>
                </a:moveTo>
                <a:lnTo>
                  <a:pt x="1975656" y="0"/>
                </a:lnTo>
                <a:lnTo>
                  <a:pt x="1975656" y="2005742"/>
                </a:lnTo>
                <a:lnTo>
                  <a:pt x="0" y="2005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647635">
            <a:off x="4391860" y="3711582"/>
            <a:ext cx="2500477" cy="2538555"/>
          </a:xfrm>
          <a:custGeom>
            <a:avLst/>
            <a:gdLst/>
            <a:ahLst/>
            <a:cxnLst/>
            <a:rect r="r" b="b" t="t" l="l"/>
            <a:pathLst>
              <a:path h="2538555" w="2500477">
                <a:moveTo>
                  <a:pt x="0" y="0"/>
                </a:moveTo>
                <a:lnTo>
                  <a:pt x="2500477" y="0"/>
                </a:lnTo>
                <a:lnTo>
                  <a:pt x="2500477" y="2538556"/>
                </a:lnTo>
                <a:lnTo>
                  <a:pt x="0" y="25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558663">
            <a:off x="8385074" y="4002517"/>
            <a:ext cx="2198524" cy="1956687"/>
          </a:xfrm>
          <a:custGeom>
            <a:avLst/>
            <a:gdLst/>
            <a:ahLst/>
            <a:cxnLst/>
            <a:rect r="r" b="b" t="t" l="l"/>
            <a:pathLst>
              <a:path h="1956687" w="2198524">
                <a:moveTo>
                  <a:pt x="0" y="0"/>
                </a:moveTo>
                <a:lnTo>
                  <a:pt x="2198524" y="0"/>
                </a:lnTo>
                <a:lnTo>
                  <a:pt x="2198524" y="1956687"/>
                </a:lnTo>
                <a:lnTo>
                  <a:pt x="0" y="1956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>
            <a:hlinkClick r:id="rId9" action="ppaction://hlinksldjump"/>
          </p:cNvPr>
          <p:cNvSpPr/>
          <p:nvPr/>
        </p:nvSpPr>
        <p:spPr>
          <a:xfrm flipH="false" flipV="false" rot="0">
            <a:off x="12546604" y="9074855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hlinkClick r:id="rId10" action="ppaction://hlinksldjump"/>
          </p:cNvPr>
          <p:cNvSpPr/>
          <p:nvPr/>
        </p:nvSpPr>
        <p:spPr>
          <a:xfrm flipH="false" flipV="false" rot="-10645281">
            <a:off x="10536815" y="9178055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>
            <a:hlinkClick r:id="rId12" action="ppaction://hlinksldjump"/>
          </p:cNvPr>
          <p:cNvSpPr/>
          <p:nvPr/>
        </p:nvSpPr>
        <p:spPr>
          <a:xfrm flipH="false" flipV="false" rot="0">
            <a:off x="11557519" y="8916835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1"/>
                </a:lnTo>
                <a:lnTo>
                  <a:pt x="0" y="9213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73875" y="1352632"/>
            <a:ext cx="6121575" cy="2938356"/>
          </a:xfrm>
          <a:custGeom>
            <a:avLst/>
            <a:gdLst/>
            <a:ahLst/>
            <a:cxnLst/>
            <a:rect r="r" b="b" t="t" l="l"/>
            <a:pathLst>
              <a:path h="2938356" w="6121575">
                <a:moveTo>
                  <a:pt x="0" y="0"/>
                </a:moveTo>
                <a:lnTo>
                  <a:pt x="6121575" y="0"/>
                </a:lnTo>
                <a:lnTo>
                  <a:pt x="6121575" y="2938356"/>
                </a:lnTo>
                <a:lnTo>
                  <a:pt x="0" y="29383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86688" y="176188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58603" y="7070832"/>
            <a:ext cx="5328212" cy="230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</a:pPr>
            <a:r>
              <a:rPr lang="en-US" sz="3311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SENA: Tecnólogo en Análisis y Desarrollo de Software..</a:t>
            </a:r>
          </a:p>
          <a:p>
            <a:pPr algn="ctr">
              <a:lnSpc>
                <a:spcPts val="463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397663" y="7070832"/>
            <a:ext cx="5328212" cy="114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</a:pPr>
            <a:r>
              <a:rPr lang="en-US" sz="3311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UDES: Ingeniería de Software.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5263" y="6489807"/>
            <a:ext cx="5328212" cy="230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</a:pPr>
            <a:r>
              <a:rPr lang="en-US" sz="3311">
                <a:solidFill>
                  <a:srgbClr val="2B2118"/>
                </a:solidFill>
                <a:latin typeface="Open Sans"/>
                <a:ea typeface="Open Sans"/>
                <a:cs typeface="Open Sans"/>
                <a:sym typeface="Open Sans"/>
              </a:rPr>
              <a:t>Politécnico Grancolombiano: Tecnología en Desarrollo de Software.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841082"/>
            <a:ext cx="10382272" cy="954381"/>
            <a:chOff x="0" y="0"/>
            <a:chExt cx="2703085" cy="24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3085" cy="248479"/>
            </a:xfrm>
            <a:custGeom>
              <a:avLst/>
              <a:gdLst/>
              <a:ahLst/>
              <a:cxnLst/>
              <a:rect r="r" b="b" t="t" l="l"/>
              <a:pathLst>
                <a:path h="248479" w="2703085">
                  <a:moveTo>
                    <a:pt x="0" y="0"/>
                  </a:moveTo>
                  <a:lnTo>
                    <a:pt x="2703085" y="0"/>
                  </a:lnTo>
                  <a:lnTo>
                    <a:pt x="2703085" y="248479"/>
                  </a:lnTo>
                  <a:lnTo>
                    <a:pt x="0" y="248479"/>
                  </a:lnTo>
                  <a:close/>
                </a:path>
              </a:pathLst>
            </a:custGeom>
            <a:solidFill>
              <a:srgbClr val="DFC0B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703085" cy="219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001973"/>
            <a:ext cx="10382272" cy="954381"/>
            <a:chOff x="0" y="0"/>
            <a:chExt cx="2703085" cy="24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3085" cy="248479"/>
            </a:xfrm>
            <a:custGeom>
              <a:avLst/>
              <a:gdLst/>
              <a:ahLst/>
              <a:cxnLst/>
              <a:rect r="r" b="b" t="t" l="l"/>
              <a:pathLst>
                <a:path h="248479" w="2703085">
                  <a:moveTo>
                    <a:pt x="0" y="0"/>
                  </a:moveTo>
                  <a:lnTo>
                    <a:pt x="2703085" y="0"/>
                  </a:lnTo>
                  <a:lnTo>
                    <a:pt x="2703085" y="248479"/>
                  </a:lnTo>
                  <a:lnTo>
                    <a:pt x="0" y="248479"/>
                  </a:lnTo>
                  <a:close/>
                </a:path>
              </a:pathLst>
            </a:custGeom>
            <a:solidFill>
              <a:srgbClr val="DFC0B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703085" cy="219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162863"/>
            <a:ext cx="10382272" cy="954381"/>
            <a:chOff x="0" y="0"/>
            <a:chExt cx="2703085" cy="24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3085" cy="248479"/>
            </a:xfrm>
            <a:custGeom>
              <a:avLst/>
              <a:gdLst/>
              <a:ahLst/>
              <a:cxnLst/>
              <a:rect r="r" b="b" t="t" l="l"/>
              <a:pathLst>
                <a:path h="248479" w="2703085">
                  <a:moveTo>
                    <a:pt x="0" y="0"/>
                  </a:moveTo>
                  <a:lnTo>
                    <a:pt x="2703085" y="0"/>
                  </a:lnTo>
                  <a:lnTo>
                    <a:pt x="2703085" y="248479"/>
                  </a:lnTo>
                  <a:lnTo>
                    <a:pt x="0" y="248479"/>
                  </a:lnTo>
                  <a:close/>
                </a:path>
              </a:pathLst>
            </a:custGeom>
            <a:solidFill>
              <a:srgbClr val="DFC0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703085" cy="219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2382" y="1033447"/>
            <a:ext cx="8430076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</a:pPr>
            <a:r>
              <a:rPr lang="en-US" b="true" sz="1200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Valor de los estudios y financiación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269102" y="1746845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258300"/>
            <a:ext cx="10382272" cy="954381"/>
            <a:chOff x="0" y="0"/>
            <a:chExt cx="2703085" cy="2484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3085" cy="248479"/>
            </a:xfrm>
            <a:custGeom>
              <a:avLst/>
              <a:gdLst/>
              <a:ahLst/>
              <a:cxnLst/>
              <a:rect r="r" b="b" t="t" l="l"/>
              <a:pathLst>
                <a:path h="248479" w="2703085">
                  <a:moveTo>
                    <a:pt x="0" y="0"/>
                  </a:moveTo>
                  <a:lnTo>
                    <a:pt x="2703085" y="0"/>
                  </a:lnTo>
                  <a:lnTo>
                    <a:pt x="2703085" y="248479"/>
                  </a:lnTo>
                  <a:lnTo>
                    <a:pt x="0" y="248479"/>
                  </a:lnTo>
                  <a:close/>
                </a:path>
              </a:pathLst>
            </a:custGeom>
            <a:solidFill>
              <a:srgbClr val="DFC0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703085" cy="219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4743826"/>
            <a:ext cx="10382272" cy="954381"/>
            <a:chOff x="0" y="0"/>
            <a:chExt cx="2703085" cy="2484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3085" cy="248479"/>
            </a:xfrm>
            <a:custGeom>
              <a:avLst/>
              <a:gdLst/>
              <a:ahLst/>
              <a:cxnLst/>
              <a:rect r="r" b="b" t="t" l="l"/>
              <a:pathLst>
                <a:path h="248479" w="2703085">
                  <a:moveTo>
                    <a:pt x="0" y="0"/>
                  </a:moveTo>
                  <a:lnTo>
                    <a:pt x="2703085" y="0"/>
                  </a:lnTo>
                  <a:lnTo>
                    <a:pt x="2703085" y="248479"/>
                  </a:lnTo>
                  <a:lnTo>
                    <a:pt x="0" y="248479"/>
                  </a:lnTo>
                  <a:close/>
                </a:path>
              </a:pathLst>
            </a:custGeom>
            <a:solidFill>
              <a:srgbClr val="DFC0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703085" cy="219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66066" y="0"/>
            <a:ext cx="8321934" cy="10287000"/>
            <a:chOff x="0" y="0"/>
            <a:chExt cx="20458969" cy="25289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58968" cy="25289965"/>
            </a:xfrm>
            <a:custGeom>
              <a:avLst/>
              <a:gdLst/>
              <a:ahLst/>
              <a:cxnLst/>
              <a:rect r="r" b="b" t="t" l="l"/>
              <a:pathLst>
                <a:path h="25289965" w="20458968">
                  <a:moveTo>
                    <a:pt x="0" y="0"/>
                  </a:moveTo>
                  <a:lnTo>
                    <a:pt x="20458968" y="0"/>
                  </a:lnTo>
                  <a:lnTo>
                    <a:pt x="20458968" y="25289965"/>
                  </a:lnTo>
                  <a:lnTo>
                    <a:pt x="0" y="25289965"/>
                  </a:lnTo>
                  <a:close/>
                </a:path>
              </a:pathLst>
            </a:custGeom>
            <a:blipFill>
              <a:blip r:embed="rId4"/>
              <a:stretch>
                <a:fillRect l="0" t="-10371" r="0" b="-10371"/>
              </a:stretch>
            </a:blipFill>
          </p:spPr>
        </p:sp>
      </p:grpSp>
      <p:sp>
        <p:nvSpPr>
          <p:cNvPr name="Freeform 21" id="21">
            <a:hlinkClick r:id="rId7" action="ppaction://hlinksldjump"/>
          </p:cNvPr>
          <p:cNvSpPr/>
          <p:nvPr/>
        </p:nvSpPr>
        <p:spPr>
          <a:xfrm flipH="false" flipV="false" rot="0">
            <a:off x="17128209" y="8955670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>
            <a:hlinkClick r:id="rId8" action="ppaction://hlinksldjump"/>
          </p:cNvPr>
          <p:cNvSpPr/>
          <p:nvPr/>
        </p:nvSpPr>
        <p:spPr>
          <a:xfrm flipH="false" flipV="false" rot="-10645281">
            <a:off x="15118420" y="9058869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>
            <a:hlinkClick r:id="rId10" action="ppaction://hlinksldjump"/>
          </p:cNvPr>
          <p:cNvSpPr/>
          <p:nvPr/>
        </p:nvSpPr>
        <p:spPr>
          <a:xfrm flipH="false" flipV="false" rot="0">
            <a:off x="16139124" y="8797649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2"/>
                </a:lnTo>
                <a:lnTo>
                  <a:pt x="0" y="9213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50766" y="5887222"/>
            <a:ext cx="8115300" cy="97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7"/>
              </a:lnSpc>
              <a:spcBef>
                <a:spcPct val="0"/>
              </a:spcBef>
            </a:pPr>
            <a:r>
              <a:rPr lang="en-US" b="true" sz="3657" spc="-310">
                <a:solidFill>
                  <a:srgbClr val="2B2118"/>
                </a:solidFill>
                <a:latin typeface="Touvlo Bold"/>
                <a:ea typeface="Touvlo Bold"/>
                <a:cs typeface="Touvlo Bold"/>
                <a:sym typeface="Touvlo Bold"/>
              </a:rPr>
              <a:t>Universidades privadas: matrícula según el programa.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7408" y="4829271"/>
            <a:ext cx="7232661" cy="70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9"/>
              </a:lnSpc>
              <a:spcBef>
                <a:spcPct val="0"/>
              </a:spcBef>
            </a:pPr>
            <a:r>
              <a:rPr lang="en-US" b="true" sz="5154" spc="-438">
                <a:solidFill>
                  <a:srgbClr val="2B2118"/>
                </a:solidFill>
                <a:latin typeface="Touvlo Bold"/>
                <a:ea typeface="Touvlo Bold"/>
                <a:cs typeface="Touvlo Bold"/>
                <a:sym typeface="Touvlo Bold"/>
              </a:rPr>
              <a:t>SENA: formación gratuita.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17671" y="6925773"/>
            <a:ext cx="6342398" cy="324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sz="3681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Ahorros personales.</a:t>
            </a:r>
          </a:p>
          <a:p>
            <a:pPr algn="ctr">
              <a:lnSpc>
                <a:spcPts val="5154"/>
              </a:lnSpc>
            </a:pPr>
          </a:p>
          <a:p>
            <a:pPr algn="ctr">
              <a:lnSpc>
                <a:spcPts val="5154"/>
              </a:lnSpc>
            </a:pPr>
            <a:r>
              <a:rPr lang="en-US" sz="3681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Trabajo cuando sea posible</a:t>
            </a:r>
          </a:p>
          <a:p>
            <a:pPr algn="ctr">
              <a:lnSpc>
                <a:spcPts val="5154"/>
              </a:lnSpc>
            </a:pPr>
            <a:r>
              <a:rPr lang="en-US" sz="3681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ctr">
              <a:lnSpc>
                <a:spcPts val="5154"/>
              </a:lnSpc>
            </a:pPr>
            <a:r>
              <a:rPr lang="en-US" sz="3681" b="true">
                <a:solidFill>
                  <a:srgbClr val="2B211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Programas de financiación.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4979" y="415277"/>
            <a:ext cx="9619084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</a:pPr>
            <a:r>
              <a:rPr lang="en-US" b="true" sz="1200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Campo laboral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4275656"/>
            <a:ext cx="6096000" cy="3042291"/>
            <a:chOff x="0" y="0"/>
            <a:chExt cx="50674848" cy="252899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674848" cy="25289965"/>
            </a:xfrm>
            <a:custGeom>
              <a:avLst/>
              <a:gdLst/>
              <a:ahLst/>
              <a:cxnLst/>
              <a:rect r="r" b="b" t="t" l="l"/>
              <a:pathLst>
                <a:path h="25289965" w="50674848">
                  <a:moveTo>
                    <a:pt x="0" y="0"/>
                  </a:moveTo>
                  <a:lnTo>
                    <a:pt x="50674848" y="0"/>
                  </a:lnTo>
                  <a:lnTo>
                    <a:pt x="50674848" y="25289965"/>
                  </a:lnTo>
                  <a:lnTo>
                    <a:pt x="0" y="25289965"/>
                  </a:lnTo>
                  <a:close/>
                </a:path>
              </a:pathLst>
            </a:custGeom>
            <a:blipFill>
              <a:blip r:embed="rId2"/>
              <a:stretch>
                <a:fillRect l="0" t="-16624" r="0" b="-1662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96000" y="4275656"/>
            <a:ext cx="6096000" cy="3042291"/>
            <a:chOff x="0" y="0"/>
            <a:chExt cx="50674848" cy="25289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74848" cy="25289965"/>
            </a:xfrm>
            <a:custGeom>
              <a:avLst/>
              <a:gdLst/>
              <a:ahLst/>
              <a:cxnLst/>
              <a:rect r="r" b="b" t="t" l="l"/>
              <a:pathLst>
                <a:path h="25289965" w="50674848">
                  <a:moveTo>
                    <a:pt x="0" y="0"/>
                  </a:moveTo>
                  <a:lnTo>
                    <a:pt x="50674848" y="0"/>
                  </a:lnTo>
                  <a:lnTo>
                    <a:pt x="50674848" y="25289965"/>
                  </a:lnTo>
                  <a:lnTo>
                    <a:pt x="0" y="25289965"/>
                  </a:lnTo>
                  <a:close/>
                </a:path>
              </a:pathLst>
            </a:custGeom>
            <a:blipFill>
              <a:blip r:embed="rId3"/>
              <a:stretch>
                <a:fillRect l="0" t="-16624" r="0" b="-1662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2000" y="4275656"/>
            <a:ext cx="6096000" cy="3042291"/>
            <a:chOff x="0" y="0"/>
            <a:chExt cx="50674848" cy="25289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74848" cy="25289965"/>
            </a:xfrm>
            <a:custGeom>
              <a:avLst/>
              <a:gdLst/>
              <a:ahLst/>
              <a:cxnLst/>
              <a:rect r="r" b="b" t="t" l="l"/>
              <a:pathLst>
                <a:path h="25289965" w="50674848">
                  <a:moveTo>
                    <a:pt x="0" y="0"/>
                  </a:moveTo>
                  <a:lnTo>
                    <a:pt x="50674848" y="0"/>
                  </a:lnTo>
                  <a:lnTo>
                    <a:pt x="50674848" y="25289965"/>
                  </a:lnTo>
                  <a:lnTo>
                    <a:pt x="0" y="25289965"/>
                  </a:lnTo>
                  <a:close/>
                </a:path>
              </a:pathLst>
            </a:custGeom>
            <a:blipFill>
              <a:blip r:embed="rId4"/>
              <a:stretch>
                <a:fillRect l="0" t="-21634" r="0" b="-2163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040234" y="1066793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63673" y="7541342"/>
            <a:ext cx="5224327" cy="197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4991" spc="-424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Pruebas de programas.</a:t>
            </a:r>
          </a:p>
          <a:p>
            <a:pPr algn="l" marL="0" indent="0" lvl="0">
              <a:lnSpc>
                <a:spcPts val="5141"/>
              </a:lnSpc>
              <a:spcBef>
                <a:spcPct val="0"/>
              </a:spcBef>
            </a:pPr>
          </a:p>
        </p:txBody>
      </p:sp>
      <p:sp>
        <p:nvSpPr>
          <p:cNvPr name="Freeform 11" id="11">
            <a:hlinkClick r:id="rId9" action="ppaction://hlinksldjump"/>
          </p:cNvPr>
          <p:cNvSpPr/>
          <p:nvPr/>
        </p:nvSpPr>
        <p:spPr>
          <a:xfrm flipH="false" flipV="false" rot="0">
            <a:off x="16890543" y="8955670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5" y="0"/>
                </a:lnTo>
                <a:lnTo>
                  <a:pt x="940085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hlinkClick r:id="rId10" action="ppaction://hlinksldjump"/>
          </p:cNvPr>
          <p:cNvSpPr/>
          <p:nvPr/>
        </p:nvSpPr>
        <p:spPr>
          <a:xfrm flipH="false" flipV="false" rot="-10645281">
            <a:off x="14880755" y="9058869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>
            <a:hlinkClick r:id="rId12" action="ppaction://hlinksldjump"/>
          </p:cNvPr>
          <p:cNvSpPr/>
          <p:nvPr/>
        </p:nvSpPr>
        <p:spPr>
          <a:xfrm flipH="false" flipV="false" rot="0">
            <a:off x="15901459" y="8797649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2"/>
                </a:lnTo>
                <a:lnTo>
                  <a:pt x="0" y="921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2767" y="7541342"/>
            <a:ext cx="5102065" cy="248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4726" spc="-401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Desarrollo de software.</a:t>
            </a:r>
          </a:p>
          <a:p>
            <a:pPr algn="l" marL="0" indent="0" lvl="0">
              <a:lnSpc>
                <a:spcPts val="4868"/>
              </a:lnSpc>
              <a:spcBef>
                <a:spcPct val="0"/>
              </a:spcBef>
            </a:pPr>
            <a:r>
              <a:rPr lang="en-US" sz="4726" spc="-401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Creación de páginas web.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28192" y="7463221"/>
            <a:ext cx="5212041" cy="205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5181" spc="-440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Aplicaciones móviles.</a:t>
            </a:r>
          </a:p>
          <a:p>
            <a:pPr algn="l" marL="0" indent="0" lvl="0">
              <a:lnSpc>
                <a:spcPts val="5337"/>
              </a:lnSpc>
              <a:spcBef>
                <a:spcPct val="0"/>
              </a:spcBef>
            </a:pPr>
            <a:r>
              <a:rPr lang="en-US" sz="5181" spc="-440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Bases de datos.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30603" y="2732065"/>
            <a:ext cx="5055244" cy="5715329"/>
            <a:chOff x="0" y="0"/>
            <a:chExt cx="1200354" cy="1357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354" cy="1357089"/>
            </a:xfrm>
            <a:custGeom>
              <a:avLst/>
              <a:gdLst/>
              <a:ahLst/>
              <a:cxnLst/>
              <a:rect r="r" b="b" t="t" l="l"/>
              <a:pathLst>
                <a:path h="1357089" w="1200354">
                  <a:moveTo>
                    <a:pt x="0" y="0"/>
                  </a:moveTo>
                  <a:lnTo>
                    <a:pt x="1200354" y="0"/>
                  </a:lnTo>
                  <a:lnTo>
                    <a:pt x="1200354" y="1357089"/>
                  </a:lnTo>
                  <a:lnTo>
                    <a:pt x="0" y="1357089"/>
                  </a:lnTo>
                  <a:close/>
                </a:path>
              </a:pathLst>
            </a:custGeom>
            <a:blipFill>
              <a:blip r:embed="rId2"/>
              <a:stretch>
                <a:fillRect l="-35005" t="0" r="-3500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48982" y="35305"/>
            <a:ext cx="6456560" cy="262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9"/>
              </a:lnSpc>
            </a:pPr>
            <a:r>
              <a:rPr lang="en-US" b="true" sz="9535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Salario de la profesión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0812" y="3045736"/>
            <a:ext cx="11510831" cy="265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236" indent="-342118" lvl="1">
              <a:lnSpc>
                <a:spcPts val="4246"/>
              </a:lnSpc>
              <a:buFont typeface="Arial"/>
              <a:buChar char="•"/>
            </a:pPr>
            <a:r>
              <a:rPr lang="en-US" sz="3169" spc="-269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Programador: aproximadamente $2.000.000 mensuales.</a:t>
            </a:r>
          </a:p>
          <a:p>
            <a:pPr algn="l" marL="684236" indent="-342118" lvl="1">
              <a:lnSpc>
                <a:spcPts val="4246"/>
              </a:lnSpc>
              <a:buFont typeface="Arial"/>
              <a:buChar char="•"/>
            </a:pPr>
            <a:r>
              <a:rPr lang="en-US" sz="3169" spc="-269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Desarrollador de software: aproximadamente $3.800.000 mensuales.</a:t>
            </a:r>
          </a:p>
          <a:p>
            <a:pPr algn="l" marL="684236" indent="-342118" lvl="1">
              <a:lnSpc>
                <a:spcPts val="4246"/>
              </a:lnSpc>
              <a:buFont typeface="Arial"/>
              <a:buChar char="•"/>
            </a:pPr>
            <a:r>
              <a:rPr lang="en-US" sz="3169" spc="-269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Mi meta: ganar $3.500.000 o más al mes.</a:t>
            </a:r>
          </a:p>
          <a:p>
            <a:pPr algn="l" marL="684236" indent="-342118" lvl="1">
              <a:lnSpc>
                <a:spcPts val="4246"/>
              </a:lnSpc>
              <a:buFont typeface="Arial"/>
              <a:buChar char="•"/>
            </a:pPr>
            <a:r>
              <a:rPr lang="en-US" sz="3169" spc="-269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Para lograrlo: estudiar, practicar y adquirir experiencia.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272920" y="1779456"/>
            <a:ext cx="1826616" cy="1763515"/>
          </a:xfrm>
          <a:custGeom>
            <a:avLst/>
            <a:gdLst/>
            <a:ahLst/>
            <a:cxnLst/>
            <a:rect r="r" b="b" t="t" l="l"/>
            <a:pathLst>
              <a:path h="1763515" w="1826616">
                <a:moveTo>
                  <a:pt x="0" y="0"/>
                </a:moveTo>
                <a:lnTo>
                  <a:pt x="1826616" y="0"/>
                </a:lnTo>
                <a:lnTo>
                  <a:pt x="1826616" y="1763515"/>
                </a:lnTo>
                <a:lnTo>
                  <a:pt x="0" y="1763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541781">
            <a:off x="795307" y="6099934"/>
            <a:ext cx="3349770" cy="1976365"/>
          </a:xfrm>
          <a:custGeom>
            <a:avLst/>
            <a:gdLst/>
            <a:ahLst/>
            <a:cxnLst/>
            <a:rect r="r" b="b" t="t" l="l"/>
            <a:pathLst>
              <a:path h="1976365" w="3349770">
                <a:moveTo>
                  <a:pt x="0" y="0"/>
                </a:moveTo>
                <a:lnTo>
                  <a:pt x="3349770" y="0"/>
                </a:lnTo>
                <a:lnTo>
                  <a:pt x="3349770" y="1976364"/>
                </a:lnTo>
                <a:lnTo>
                  <a:pt x="0" y="19763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hlinkClick r:id="rId9" action="ppaction://hlinksldjump"/>
          </p:cNvPr>
          <p:cNvSpPr/>
          <p:nvPr/>
        </p:nvSpPr>
        <p:spPr>
          <a:xfrm flipH="false" flipV="false" rot="0">
            <a:off x="16206124" y="862545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5" y="0"/>
                </a:lnTo>
                <a:lnTo>
                  <a:pt x="940085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hlinkClick r:id="rId10" action="ppaction://hlinksldjump"/>
          </p:cNvPr>
          <p:cNvSpPr/>
          <p:nvPr/>
        </p:nvSpPr>
        <p:spPr>
          <a:xfrm flipH="false" flipV="false" rot="-10645281">
            <a:off x="14196336" y="965744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hlinkClick r:id="rId12" action="ppaction://hlinksldjump"/>
          </p:cNvPr>
          <p:cNvSpPr/>
          <p:nvPr/>
        </p:nvSpPr>
        <p:spPr>
          <a:xfrm flipH="false" flipV="false" rot="0">
            <a:off x="15217040" y="704524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1"/>
                </a:lnTo>
                <a:lnTo>
                  <a:pt x="0" y="9213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99181" y="7558422"/>
            <a:ext cx="6770636" cy="154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  <a:spcBef>
                <a:spcPct val="0"/>
              </a:spcBef>
            </a:pPr>
            <a:r>
              <a:rPr lang="en-US" sz="3901" spc="-331">
                <a:solidFill>
                  <a:srgbClr val="2B2118"/>
                </a:solidFill>
                <a:latin typeface="Touvlo"/>
                <a:ea typeface="Touvlo"/>
                <a:cs typeface="Touvlo"/>
                <a:sym typeface="Touvlo"/>
              </a:rPr>
              <a:t>Son valores aproximados que pueden variar según la empresa y la experiencia.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2890">
            <a:off x="5658073" y="1709061"/>
            <a:ext cx="569367" cy="988421"/>
          </a:xfrm>
          <a:custGeom>
            <a:avLst/>
            <a:gdLst/>
            <a:ahLst/>
            <a:cxnLst/>
            <a:rect r="r" b="b" t="t" l="l"/>
            <a:pathLst>
              <a:path h="988421" w="569367">
                <a:moveTo>
                  <a:pt x="0" y="0"/>
                </a:moveTo>
                <a:lnTo>
                  <a:pt x="569368" y="0"/>
                </a:lnTo>
                <a:lnTo>
                  <a:pt x="569368" y="988422"/>
                </a:lnTo>
                <a:lnTo>
                  <a:pt x="0" y="988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6438" y="2203272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7"/>
                </a:lnTo>
                <a:lnTo>
                  <a:pt x="0" y="2770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438" y="5534877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8"/>
                </a:lnTo>
                <a:lnTo>
                  <a:pt x="0" y="27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1124" y="2203272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7"/>
                </a:lnTo>
                <a:lnTo>
                  <a:pt x="0" y="2770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7890" y="2035733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8"/>
                </a:lnTo>
                <a:lnTo>
                  <a:pt x="0" y="27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88710" y="5534877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8"/>
                </a:lnTo>
                <a:lnTo>
                  <a:pt x="0" y="27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35446" y="5534877"/>
            <a:ext cx="5379180" cy="2770278"/>
          </a:xfrm>
          <a:custGeom>
            <a:avLst/>
            <a:gdLst/>
            <a:ahLst/>
            <a:cxnLst/>
            <a:rect r="r" b="b" t="t" l="l"/>
            <a:pathLst>
              <a:path h="2770278" w="5379180">
                <a:moveTo>
                  <a:pt x="0" y="0"/>
                </a:moveTo>
                <a:lnTo>
                  <a:pt x="5379180" y="0"/>
                </a:lnTo>
                <a:lnTo>
                  <a:pt x="5379180" y="2770278"/>
                </a:lnTo>
                <a:lnTo>
                  <a:pt x="0" y="27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0264" y="2203272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02298" y="6149492"/>
            <a:ext cx="3774496" cy="156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2"/>
              </a:lnSpc>
            </a:pPr>
            <a:r>
              <a:rPr lang="en-US" sz="4459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Ingeniería de software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8710" y="6109584"/>
            <a:ext cx="5613906" cy="14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8"/>
              </a:lnSpc>
            </a:pPr>
            <a:r>
              <a:rPr lang="en-US" sz="4263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Pruebas de software.</a:t>
            </a:r>
          </a:p>
          <a:p>
            <a:pPr algn="ctr">
              <a:lnSpc>
                <a:spcPts val="5968"/>
              </a:lnSpc>
            </a:pPr>
            <a:r>
              <a:rPr lang="en-US" sz="4263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Inglés técnico.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80264" y="5534877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38954" y="2089660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15618" y="5534877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97644" y="2035733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09627" y="5395126"/>
            <a:ext cx="1801491" cy="945783"/>
          </a:xfrm>
          <a:custGeom>
            <a:avLst/>
            <a:gdLst/>
            <a:ahLst/>
            <a:cxnLst/>
            <a:rect r="r" b="b" t="t" l="l"/>
            <a:pathLst>
              <a:path h="945783" w="1801491">
                <a:moveTo>
                  <a:pt x="0" y="0"/>
                </a:moveTo>
                <a:lnTo>
                  <a:pt x="1801491" y="0"/>
                </a:lnTo>
                <a:lnTo>
                  <a:pt x="1801491" y="945783"/>
                </a:lnTo>
                <a:lnTo>
                  <a:pt x="0" y="94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61471" y="7087185"/>
            <a:ext cx="1823782" cy="1823782"/>
          </a:xfrm>
          <a:custGeom>
            <a:avLst/>
            <a:gdLst/>
            <a:ahLst/>
            <a:cxnLst/>
            <a:rect r="r" b="b" t="t" l="l"/>
            <a:pathLst>
              <a:path h="1823782" w="1823782">
                <a:moveTo>
                  <a:pt x="0" y="0"/>
                </a:moveTo>
                <a:lnTo>
                  <a:pt x="1823782" y="0"/>
                </a:lnTo>
                <a:lnTo>
                  <a:pt x="1823782" y="1823782"/>
                </a:lnTo>
                <a:lnTo>
                  <a:pt x="0" y="18237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31106" y="7608362"/>
            <a:ext cx="1474967" cy="1467593"/>
          </a:xfrm>
          <a:custGeom>
            <a:avLst/>
            <a:gdLst/>
            <a:ahLst/>
            <a:cxnLst/>
            <a:rect r="r" b="b" t="t" l="l"/>
            <a:pathLst>
              <a:path h="1467593" w="1474967">
                <a:moveTo>
                  <a:pt x="0" y="0"/>
                </a:moveTo>
                <a:lnTo>
                  <a:pt x="1474967" y="0"/>
                </a:lnTo>
                <a:lnTo>
                  <a:pt x="1474967" y="1467593"/>
                </a:lnTo>
                <a:lnTo>
                  <a:pt x="0" y="1467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85453" y="6486285"/>
            <a:ext cx="1906938" cy="2525746"/>
          </a:xfrm>
          <a:custGeom>
            <a:avLst/>
            <a:gdLst/>
            <a:ahLst/>
            <a:cxnLst/>
            <a:rect r="r" b="b" t="t" l="l"/>
            <a:pathLst>
              <a:path h="2525746" w="1906938">
                <a:moveTo>
                  <a:pt x="0" y="0"/>
                </a:moveTo>
                <a:lnTo>
                  <a:pt x="1906938" y="0"/>
                </a:lnTo>
                <a:lnTo>
                  <a:pt x="1906938" y="2525746"/>
                </a:lnTo>
                <a:lnTo>
                  <a:pt x="0" y="2525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98921" y="3057285"/>
            <a:ext cx="1717944" cy="2069812"/>
          </a:xfrm>
          <a:custGeom>
            <a:avLst/>
            <a:gdLst/>
            <a:ahLst/>
            <a:cxnLst/>
            <a:rect r="r" b="b" t="t" l="l"/>
            <a:pathLst>
              <a:path h="2069812" w="1717944">
                <a:moveTo>
                  <a:pt x="0" y="0"/>
                </a:moveTo>
                <a:lnTo>
                  <a:pt x="1717944" y="0"/>
                </a:lnTo>
                <a:lnTo>
                  <a:pt x="1717944" y="2069811"/>
                </a:lnTo>
                <a:lnTo>
                  <a:pt x="0" y="20698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>
            <a:hlinkClick r:id="rId17" action="ppaction://hlinksldjump"/>
          </p:cNvPr>
          <p:cNvSpPr/>
          <p:nvPr/>
        </p:nvSpPr>
        <p:spPr>
          <a:xfrm flipH="false" flipV="false" rot="0">
            <a:off x="2749461" y="8988410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>
            <a:hlinkClick r:id="rId18" action="ppaction://hlinksldjump"/>
          </p:cNvPr>
          <p:cNvSpPr/>
          <p:nvPr/>
        </p:nvSpPr>
        <p:spPr>
          <a:xfrm flipH="false" flipV="false" rot="-10645281">
            <a:off x="739672" y="9091609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5" y="0"/>
                </a:lnTo>
                <a:lnTo>
                  <a:pt x="940085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>
            <a:hlinkClick r:id="rId20" action="ppaction://hlinksldjump"/>
          </p:cNvPr>
          <p:cNvSpPr/>
          <p:nvPr/>
        </p:nvSpPr>
        <p:spPr>
          <a:xfrm flipH="false" flipV="false" rot="0">
            <a:off x="1760377" y="8830389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1"/>
                </a:lnTo>
                <a:lnTo>
                  <a:pt x="0" y="92130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738436" y="3526011"/>
            <a:ext cx="2297350" cy="1929774"/>
          </a:xfrm>
          <a:custGeom>
            <a:avLst/>
            <a:gdLst/>
            <a:ahLst/>
            <a:cxnLst/>
            <a:rect r="r" b="b" t="t" l="l"/>
            <a:pathLst>
              <a:path h="1929774" w="2297350">
                <a:moveTo>
                  <a:pt x="0" y="0"/>
                </a:moveTo>
                <a:lnTo>
                  <a:pt x="2297351" y="0"/>
                </a:lnTo>
                <a:lnTo>
                  <a:pt x="2297351" y="1929774"/>
                </a:lnTo>
                <a:lnTo>
                  <a:pt x="0" y="192977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638474" y="3079930"/>
            <a:ext cx="1241652" cy="2821936"/>
          </a:xfrm>
          <a:custGeom>
            <a:avLst/>
            <a:gdLst/>
            <a:ahLst/>
            <a:cxnLst/>
            <a:rect r="r" b="b" t="t" l="l"/>
            <a:pathLst>
              <a:path h="2821936" w="1241652">
                <a:moveTo>
                  <a:pt x="0" y="0"/>
                </a:moveTo>
                <a:lnTo>
                  <a:pt x="1241652" y="0"/>
                </a:lnTo>
                <a:lnTo>
                  <a:pt x="1241652" y="2821936"/>
                </a:lnTo>
                <a:lnTo>
                  <a:pt x="0" y="282193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246248" y="2675664"/>
            <a:ext cx="3952711" cy="116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</a:pPr>
            <a:r>
              <a:rPr lang="en-US" sz="3329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Desarrollo web.</a:t>
            </a:r>
          </a:p>
          <a:p>
            <a:pPr algn="ctr">
              <a:lnSpc>
                <a:spcPts val="4661"/>
              </a:lnSpc>
            </a:pPr>
            <a:r>
              <a:rPr lang="en-US" sz="3329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Bases de datos.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98389" y="6403064"/>
            <a:ext cx="4821045" cy="68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7"/>
              </a:lnSpc>
            </a:pPr>
            <a:r>
              <a:rPr lang="en-US" sz="3876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Proyectos tecnológicos.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9333" y="2911668"/>
            <a:ext cx="5999620" cy="189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4950" indent="-387475" lvl="1">
              <a:lnSpc>
                <a:spcPts val="5025"/>
              </a:lnSpc>
              <a:buFont typeface="Arial"/>
              <a:buChar char="•"/>
            </a:pPr>
            <a:r>
              <a:rPr lang="en-US" sz="3589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Lógica de programación.</a:t>
            </a:r>
          </a:p>
          <a:p>
            <a:pPr algn="ctr" marL="774950" indent="-387475" lvl="1">
              <a:lnSpc>
                <a:spcPts val="5025"/>
              </a:lnSpc>
              <a:buFont typeface="Arial"/>
              <a:buChar char="•"/>
            </a:pPr>
            <a:r>
              <a:rPr lang="en-US" sz="3589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Algoritmos.</a:t>
            </a:r>
          </a:p>
          <a:p>
            <a:pPr algn="ctr">
              <a:lnSpc>
                <a:spcPts val="502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103047" y="2921193"/>
            <a:ext cx="4895335" cy="128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1"/>
              </a:lnSpc>
            </a:pPr>
            <a:r>
              <a:rPr lang="en-US" sz="368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Programación en Python o Java.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2544" y="2148348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9371" y="5516596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00244" y="2071379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00244" y="5516596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33441" y="2017452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48915" y="5351447"/>
            <a:ext cx="3769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73D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00244" y="47133"/>
            <a:ext cx="9982201" cy="171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32"/>
              </a:lnSpc>
            </a:pPr>
            <a:r>
              <a:rPr lang="en-US" b="true" sz="10626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Pensum o materias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9609" y="312258"/>
            <a:ext cx="10297383" cy="285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5"/>
              </a:lnSpc>
            </a:pPr>
            <a:r>
              <a:rPr lang="en-US" sz="5425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Mis habilidades, gustos y talentos</a:t>
            </a:r>
          </a:p>
          <a:p>
            <a:pPr algn="ctr">
              <a:lnSpc>
                <a:spcPts val="7595"/>
              </a:lnSpc>
            </a:pPr>
          </a:p>
          <a:p>
            <a:pPr algn="ctr">
              <a:lnSpc>
                <a:spcPts val="759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652890">
            <a:off x="5658073" y="1709061"/>
            <a:ext cx="569367" cy="988421"/>
          </a:xfrm>
          <a:custGeom>
            <a:avLst/>
            <a:gdLst/>
            <a:ahLst/>
            <a:cxnLst/>
            <a:rect r="r" b="b" t="t" l="l"/>
            <a:pathLst>
              <a:path h="988421" w="569367">
                <a:moveTo>
                  <a:pt x="0" y="0"/>
                </a:moveTo>
                <a:lnTo>
                  <a:pt x="569368" y="0"/>
                </a:lnTo>
                <a:lnTo>
                  <a:pt x="569368" y="988422"/>
                </a:lnTo>
                <a:lnTo>
                  <a:pt x="0" y="988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6293" y="2203272"/>
            <a:ext cx="6677995" cy="1936619"/>
          </a:xfrm>
          <a:custGeom>
            <a:avLst/>
            <a:gdLst/>
            <a:ahLst/>
            <a:cxnLst/>
            <a:rect r="r" b="b" t="t" l="l"/>
            <a:pathLst>
              <a:path h="1936619" w="6677995">
                <a:moveTo>
                  <a:pt x="0" y="0"/>
                </a:moveTo>
                <a:lnTo>
                  <a:pt x="6677995" y="0"/>
                </a:lnTo>
                <a:lnTo>
                  <a:pt x="6677995" y="1936618"/>
                </a:lnTo>
                <a:lnTo>
                  <a:pt x="0" y="193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2269" y="2203272"/>
            <a:ext cx="6677995" cy="1936619"/>
          </a:xfrm>
          <a:custGeom>
            <a:avLst/>
            <a:gdLst/>
            <a:ahLst/>
            <a:cxnLst/>
            <a:rect r="r" b="b" t="t" l="l"/>
            <a:pathLst>
              <a:path h="1936619" w="6677995">
                <a:moveTo>
                  <a:pt x="0" y="0"/>
                </a:moveTo>
                <a:lnTo>
                  <a:pt x="6677995" y="0"/>
                </a:lnTo>
                <a:lnTo>
                  <a:pt x="6677995" y="1936618"/>
                </a:lnTo>
                <a:lnTo>
                  <a:pt x="0" y="193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69896" y="4762477"/>
            <a:ext cx="6677995" cy="1936619"/>
          </a:xfrm>
          <a:custGeom>
            <a:avLst/>
            <a:gdLst/>
            <a:ahLst/>
            <a:cxnLst/>
            <a:rect r="r" b="b" t="t" l="l"/>
            <a:pathLst>
              <a:path h="1936619" w="6677995">
                <a:moveTo>
                  <a:pt x="0" y="0"/>
                </a:moveTo>
                <a:lnTo>
                  <a:pt x="6677995" y="0"/>
                </a:lnTo>
                <a:lnTo>
                  <a:pt x="6677995" y="1936618"/>
                </a:lnTo>
                <a:lnTo>
                  <a:pt x="0" y="193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418773"/>
            <a:ext cx="1462503" cy="1323565"/>
          </a:xfrm>
          <a:custGeom>
            <a:avLst/>
            <a:gdLst/>
            <a:ahLst/>
            <a:cxnLst/>
            <a:rect r="r" b="b" t="t" l="l"/>
            <a:pathLst>
              <a:path h="1323565" w="1462503">
                <a:moveTo>
                  <a:pt x="0" y="0"/>
                </a:moveTo>
                <a:lnTo>
                  <a:pt x="1462503" y="0"/>
                </a:lnTo>
                <a:lnTo>
                  <a:pt x="1462503" y="1323566"/>
                </a:lnTo>
                <a:lnTo>
                  <a:pt x="0" y="1323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8180" y="4407221"/>
            <a:ext cx="1462503" cy="1323565"/>
          </a:xfrm>
          <a:custGeom>
            <a:avLst/>
            <a:gdLst/>
            <a:ahLst/>
            <a:cxnLst/>
            <a:rect r="r" b="b" t="t" l="l"/>
            <a:pathLst>
              <a:path h="1323565" w="1462503">
                <a:moveTo>
                  <a:pt x="0" y="0"/>
                </a:moveTo>
                <a:lnTo>
                  <a:pt x="1462503" y="0"/>
                </a:lnTo>
                <a:lnTo>
                  <a:pt x="1462503" y="1323565"/>
                </a:lnTo>
                <a:lnTo>
                  <a:pt x="0" y="1323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85388" y="1848016"/>
            <a:ext cx="1462503" cy="1323565"/>
          </a:xfrm>
          <a:custGeom>
            <a:avLst/>
            <a:gdLst/>
            <a:ahLst/>
            <a:cxnLst/>
            <a:rect r="r" b="b" t="t" l="l"/>
            <a:pathLst>
              <a:path h="1323565" w="1462503">
                <a:moveTo>
                  <a:pt x="0" y="0"/>
                </a:moveTo>
                <a:lnTo>
                  <a:pt x="1462503" y="0"/>
                </a:lnTo>
                <a:lnTo>
                  <a:pt x="1462503" y="1323565"/>
                </a:lnTo>
                <a:lnTo>
                  <a:pt x="0" y="1323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hlinkClick r:id="rId10" action="ppaction://hlinksldjump"/>
          </p:cNvPr>
          <p:cNvSpPr/>
          <p:nvPr/>
        </p:nvSpPr>
        <p:spPr>
          <a:xfrm flipH="false" flipV="false" rot="0">
            <a:off x="16319216" y="726070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>
            <a:hlinkClick r:id="rId11" action="ppaction://hlinksldjump"/>
          </p:cNvPr>
          <p:cNvSpPr/>
          <p:nvPr/>
        </p:nvSpPr>
        <p:spPr>
          <a:xfrm flipH="false" flipV="false" rot="-10645281">
            <a:off x="14309427" y="829269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hlinkClick r:id="rId13" action="ppaction://hlinksldjump"/>
          </p:cNvPr>
          <p:cNvSpPr/>
          <p:nvPr/>
        </p:nvSpPr>
        <p:spPr>
          <a:xfrm flipH="false" flipV="false" rot="0">
            <a:off x="15330131" y="568049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2"/>
                </a:lnTo>
                <a:lnTo>
                  <a:pt x="0" y="921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90078" y="6699095"/>
            <a:ext cx="3237631" cy="2832927"/>
          </a:xfrm>
          <a:custGeom>
            <a:avLst/>
            <a:gdLst/>
            <a:ahLst/>
            <a:cxnLst/>
            <a:rect r="r" b="b" t="t" l="l"/>
            <a:pathLst>
              <a:path h="2832927" w="3237631">
                <a:moveTo>
                  <a:pt x="0" y="0"/>
                </a:moveTo>
                <a:lnTo>
                  <a:pt x="3237630" y="0"/>
                </a:lnTo>
                <a:lnTo>
                  <a:pt x="3237630" y="2832927"/>
                </a:lnTo>
                <a:lnTo>
                  <a:pt x="0" y="28329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88288" y="4658658"/>
            <a:ext cx="3500970" cy="3273407"/>
          </a:xfrm>
          <a:custGeom>
            <a:avLst/>
            <a:gdLst/>
            <a:ahLst/>
            <a:cxnLst/>
            <a:rect r="r" b="b" t="t" l="l"/>
            <a:pathLst>
              <a:path h="3273407" w="3500970">
                <a:moveTo>
                  <a:pt x="0" y="0"/>
                </a:moveTo>
                <a:lnTo>
                  <a:pt x="3500970" y="0"/>
                </a:lnTo>
                <a:lnTo>
                  <a:pt x="3500970" y="3273407"/>
                </a:lnTo>
                <a:lnTo>
                  <a:pt x="0" y="3273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0710" y="4388733"/>
            <a:ext cx="3615020" cy="3726825"/>
          </a:xfrm>
          <a:custGeom>
            <a:avLst/>
            <a:gdLst/>
            <a:ahLst/>
            <a:cxnLst/>
            <a:rect r="r" b="b" t="t" l="l"/>
            <a:pathLst>
              <a:path h="3726825" w="3615020">
                <a:moveTo>
                  <a:pt x="0" y="0"/>
                </a:moveTo>
                <a:lnTo>
                  <a:pt x="3615020" y="0"/>
                </a:lnTo>
                <a:lnTo>
                  <a:pt x="3615020" y="3726826"/>
                </a:lnTo>
                <a:lnTo>
                  <a:pt x="0" y="37268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206595" y="2185449"/>
            <a:ext cx="7643770" cy="155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Interés por la tecnología.</a:t>
            </a:r>
          </a:p>
          <a:p>
            <a:pPr algn="ctr">
              <a:lnSpc>
                <a:spcPts val="6226"/>
              </a:lnSpc>
            </a:pPr>
            <a:r>
              <a:rPr lang="en-US" sz="444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Creatividad.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05003" y="4572933"/>
            <a:ext cx="6207781" cy="280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7406" indent="-428703" lvl="1">
              <a:lnSpc>
                <a:spcPts val="5559"/>
              </a:lnSpc>
              <a:buFont typeface="Arial"/>
              <a:buChar char="•"/>
            </a:pPr>
            <a:r>
              <a:rPr lang="en-US" sz="3971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Ganas de aprender.</a:t>
            </a:r>
          </a:p>
          <a:p>
            <a:pPr algn="ctr" marL="857406" indent="-428703" lvl="1">
              <a:lnSpc>
                <a:spcPts val="5559"/>
              </a:lnSpc>
              <a:buFont typeface="Arial"/>
              <a:buChar char="•"/>
            </a:pPr>
            <a:r>
              <a:rPr lang="en-US" sz="3971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Capacidad para resolver problemas.</a:t>
            </a:r>
          </a:p>
          <a:p>
            <a:pPr algn="ctr">
              <a:lnSpc>
                <a:spcPts val="55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137555" y="2433598"/>
            <a:ext cx="7016472" cy="251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9692" indent="-384846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Interés por crear aplicaciones.</a:t>
            </a:r>
          </a:p>
          <a:p>
            <a:pPr algn="ctr" marL="769692" indent="-384846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Deseo de independencia económica.</a:t>
            </a:r>
          </a:p>
          <a:p>
            <a:pPr algn="ctr">
              <a:lnSpc>
                <a:spcPts val="4991"/>
              </a:lnSpc>
            </a:pPr>
          </a:p>
          <a:p>
            <a:pPr algn="ctr">
              <a:lnSpc>
                <a:spcPts val="499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93389" y="1738919"/>
            <a:ext cx="675724" cy="7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1570" y="4822218"/>
            <a:ext cx="675724" cy="7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37555" y="2185449"/>
            <a:ext cx="675724" cy="7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</a:pPr>
            <a:r>
              <a:rPr lang="en-US" sz="444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775902" y="672717"/>
            <a:ext cx="1315264" cy="6744946"/>
          </a:xfrm>
          <a:custGeom>
            <a:avLst/>
            <a:gdLst/>
            <a:ahLst/>
            <a:cxnLst/>
            <a:rect r="r" b="b" t="t" l="l"/>
            <a:pathLst>
              <a:path h="6744946" w="1315264">
                <a:moveTo>
                  <a:pt x="0" y="0"/>
                </a:moveTo>
                <a:lnTo>
                  <a:pt x="1315264" y="0"/>
                </a:lnTo>
                <a:lnTo>
                  <a:pt x="1315264" y="6744946"/>
                </a:lnTo>
                <a:lnTo>
                  <a:pt x="0" y="6744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365964" y="3369933"/>
            <a:ext cx="1095543" cy="5618170"/>
          </a:xfrm>
          <a:custGeom>
            <a:avLst/>
            <a:gdLst/>
            <a:ahLst/>
            <a:cxnLst/>
            <a:rect r="r" b="b" t="t" l="l"/>
            <a:pathLst>
              <a:path h="5618170" w="1095543">
                <a:moveTo>
                  <a:pt x="0" y="0"/>
                </a:moveTo>
                <a:lnTo>
                  <a:pt x="1095543" y="0"/>
                </a:lnTo>
                <a:lnTo>
                  <a:pt x="1095543" y="5618170"/>
                </a:lnTo>
                <a:lnTo>
                  <a:pt x="0" y="561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945610" y="5675151"/>
            <a:ext cx="1095543" cy="5618170"/>
          </a:xfrm>
          <a:custGeom>
            <a:avLst/>
            <a:gdLst/>
            <a:ahLst/>
            <a:cxnLst/>
            <a:rect r="r" b="b" t="t" l="l"/>
            <a:pathLst>
              <a:path h="5618170" w="1095543">
                <a:moveTo>
                  <a:pt x="0" y="0"/>
                </a:moveTo>
                <a:lnTo>
                  <a:pt x="1095543" y="0"/>
                </a:lnTo>
                <a:lnTo>
                  <a:pt x="1095543" y="5618170"/>
                </a:lnTo>
                <a:lnTo>
                  <a:pt x="0" y="561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2631232" y="1345966"/>
            <a:ext cx="1095543" cy="5618170"/>
          </a:xfrm>
          <a:custGeom>
            <a:avLst/>
            <a:gdLst/>
            <a:ahLst/>
            <a:cxnLst/>
            <a:rect r="r" b="b" t="t" l="l"/>
            <a:pathLst>
              <a:path h="5618170" w="1095543">
                <a:moveTo>
                  <a:pt x="0" y="0"/>
                </a:moveTo>
                <a:lnTo>
                  <a:pt x="1095544" y="0"/>
                </a:lnTo>
                <a:lnTo>
                  <a:pt x="1095544" y="5618170"/>
                </a:lnTo>
                <a:lnTo>
                  <a:pt x="0" y="561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2631232" y="3225352"/>
            <a:ext cx="1095543" cy="5618170"/>
          </a:xfrm>
          <a:custGeom>
            <a:avLst/>
            <a:gdLst/>
            <a:ahLst/>
            <a:cxnLst/>
            <a:rect r="r" b="b" t="t" l="l"/>
            <a:pathLst>
              <a:path h="5618170" w="1095543">
                <a:moveTo>
                  <a:pt x="0" y="0"/>
                </a:moveTo>
                <a:lnTo>
                  <a:pt x="1095544" y="0"/>
                </a:lnTo>
                <a:lnTo>
                  <a:pt x="1095544" y="5618170"/>
                </a:lnTo>
                <a:lnTo>
                  <a:pt x="0" y="5618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06007" y="3387558"/>
            <a:ext cx="3874185" cy="3893653"/>
          </a:xfrm>
          <a:custGeom>
            <a:avLst/>
            <a:gdLst/>
            <a:ahLst/>
            <a:cxnLst/>
            <a:rect r="r" b="b" t="t" l="l"/>
            <a:pathLst>
              <a:path h="3893653" w="3874185">
                <a:moveTo>
                  <a:pt x="0" y="0"/>
                </a:moveTo>
                <a:lnTo>
                  <a:pt x="3874185" y="0"/>
                </a:lnTo>
                <a:lnTo>
                  <a:pt x="3874185" y="3893653"/>
                </a:lnTo>
                <a:lnTo>
                  <a:pt x="0" y="3893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031" y="3625070"/>
            <a:ext cx="6644890" cy="9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Estudiar un técnico en sistemas.</a:t>
            </a:r>
          </a:p>
          <a:p>
            <a:pPr algn="ctr">
              <a:lnSpc>
                <a:spcPts val="3762"/>
              </a:lnSpc>
            </a:pPr>
            <a:r>
              <a:rPr lang="en-US" sz="2687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Realizar cursos gratuitos de programación.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404" y="5808871"/>
            <a:ext cx="7280662" cy="6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0"/>
              </a:lnSpc>
            </a:pPr>
            <a:r>
              <a:rPr lang="en-US" sz="3836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Buscar oportunidades de formación.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65152" y="8167854"/>
            <a:ext cx="6886981" cy="62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0"/>
              </a:lnSpc>
            </a:pPr>
            <a:r>
              <a:rPr lang="en-US" sz="3628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Aprender desarrollo web.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6521" y="5564572"/>
            <a:ext cx="5401568" cy="100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4"/>
              </a:lnSpc>
            </a:pPr>
            <a:r>
              <a:rPr lang="en-US" sz="2846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Continuar estudiando hasta alcanzar mis metas.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62427" y="3699393"/>
            <a:ext cx="8006339" cy="148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4218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Aprender desarrollo web.</a:t>
            </a:r>
          </a:p>
          <a:p>
            <a:pPr algn="ctr">
              <a:lnSpc>
                <a:spcPts val="5905"/>
              </a:lnSpc>
            </a:pPr>
            <a:r>
              <a:rPr lang="en-US" sz="4218">
                <a:solidFill>
                  <a:srgbClr val="373D30"/>
                </a:solidFill>
                <a:latin typeface="Chewy"/>
                <a:ea typeface="Chewy"/>
                <a:cs typeface="Chewy"/>
                <a:sym typeface="Chewy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49891" y="117795"/>
            <a:ext cx="8545366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</a:pPr>
            <a:r>
              <a:rPr lang="en-US" b="true" sz="1200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Mi plan B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868872" y="9074855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5" y="0"/>
                </a:lnTo>
                <a:lnTo>
                  <a:pt x="940085" y="639258"/>
                </a:lnTo>
                <a:lnTo>
                  <a:pt x="0" y="639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>
            <a:hlinkClick r:id="rId7" action="ppaction://hlinksldjump"/>
          </p:cNvPr>
          <p:cNvSpPr/>
          <p:nvPr/>
        </p:nvSpPr>
        <p:spPr>
          <a:xfrm flipH="false" flipV="false" rot="-10645281">
            <a:off x="14859084" y="9178055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>
            <a:hlinkClick r:id="rId9" action="ppaction://hlinksldjump"/>
          </p:cNvPr>
          <p:cNvSpPr/>
          <p:nvPr/>
        </p:nvSpPr>
        <p:spPr>
          <a:xfrm flipH="false" flipV="false" rot="0">
            <a:off x="15879788" y="8916835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1"/>
                </a:lnTo>
                <a:lnTo>
                  <a:pt x="0" y="9213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1317" y="4458461"/>
            <a:ext cx="8545366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</a:pPr>
            <a:r>
              <a:rPr lang="en-US" b="true" sz="12000">
                <a:solidFill>
                  <a:srgbClr val="2B2118"/>
                </a:solidFill>
                <a:latin typeface="Symphony Bold"/>
                <a:ea typeface="Symphony Bold"/>
                <a:cs typeface="Symphony Bold"/>
                <a:sym typeface="Symphony Bold"/>
              </a:rPr>
              <a:t>Thank you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96887" y="1917199"/>
            <a:ext cx="2864204" cy="2765259"/>
          </a:xfrm>
          <a:custGeom>
            <a:avLst/>
            <a:gdLst/>
            <a:ahLst/>
            <a:cxnLst/>
            <a:rect r="r" b="b" t="t" l="l"/>
            <a:pathLst>
              <a:path h="2765259" w="2864204">
                <a:moveTo>
                  <a:pt x="0" y="0"/>
                </a:moveTo>
                <a:lnTo>
                  <a:pt x="2864204" y="0"/>
                </a:lnTo>
                <a:lnTo>
                  <a:pt x="2864204" y="2765259"/>
                </a:lnTo>
                <a:lnTo>
                  <a:pt x="0" y="276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6988" y="6159793"/>
            <a:ext cx="2864204" cy="2765259"/>
          </a:xfrm>
          <a:custGeom>
            <a:avLst/>
            <a:gdLst/>
            <a:ahLst/>
            <a:cxnLst/>
            <a:rect r="r" b="b" t="t" l="l"/>
            <a:pathLst>
              <a:path h="2765259" w="2864204">
                <a:moveTo>
                  <a:pt x="0" y="0"/>
                </a:moveTo>
                <a:lnTo>
                  <a:pt x="2864204" y="0"/>
                </a:lnTo>
                <a:lnTo>
                  <a:pt x="2864204" y="2765259"/>
                </a:lnTo>
                <a:lnTo>
                  <a:pt x="0" y="276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49868" y="4043200"/>
            <a:ext cx="3652409" cy="5533953"/>
          </a:xfrm>
          <a:custGeom>
            <a:avLst/>
            <a:gdLst/>
            <a:ahLst/>
            <a:cxnLst/>
            <a:rect r="r" b="b" t="t" l="l"/>
            <a:pathLst>
              <a:path h="5533953" w="3652409">
                <a:moveTo>
                  <a:pt x="0" y="0"/>
                </a:moveTo>
                <a:lnTo>
                  <a:pt x="3652409" y="0"/>
                </a:lnTo>
                <a:lnTo>
                  <a:pt x="3652409" y="5533953"/>
                </a:lnTo>
                <a:lnTo>
                  <a:pt x="0" y="553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45281">
            <a:off x="1517681" y="8947534"/>
            <a:ext cx="940084" cy="639257"/>
          </a:xfrm>
          <a:custGeom>
            <a:avLst/>
            <a:gdLst/>
            <a:ahLst/>
            <a:cxnLst/>
            <a:rect r="r" b="b" t="t" l="l"/>
            <a:pathLst>
              <a:path h="639257" w="940084">
                <a:moveTo>
                  <a:pt x="0" y="0"/>
                </a:moveTo>
                <a:lnTo>
                  <a:pt x="940084" y="0"/>
                </a:lnTo>
                <a:lnTo>
                  <a:pt x="940084" y="639257"/>
                </a:lnTo>
                <a:lnTo>
                  <a:pt x="0" y="639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hlinkClick r:id="rId8" action="ppaction://hlinksldjump"/>
          </p:cNvPr>
          <p:cNvSpPr/>
          <p:nvPr/>
        </p:nvSpPr>
        <p:spPr>
          <a:xfrm flipH="false" flipV="false" rot="0">
            <a:off x="2538385" y="8686314"/>
            <a:ext cx="921301" cy="921301"/>
          </a:xfrm>
          <a:custGeom>
            <a:avLst/>
            <a:gdLst/>
            <a:ahLst/>
            <a:cxnLst/>
            <a:rect r="r" b="b" t="t" l="l"/>
            <a:pathLst>
              <a:path h="921301" w="921301">
                <a:moveTo>
                  <a:pt x="0" y="0"/>
                </a:moveTo>
                <a:lnTo>
                  <a:pt x="921301" y="0"/>
                </a:lnTo>
                <a:lnTo>
                  <a:pt x="921301" y="921301"/>
                </a:lnTo>
                <a:lnTo>
                  <a:pt x="0" y="921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DAHWjZr5ZIA</dc:identifier>
  <dcterms:modified xsi:type="dcterms:W3CDTF">2011-08-01T06:04:30Z</dcterms:modified>
  <cp:revision>1</cp:revision>
  <dc:title>Informaticaa</dc:title>
</cp:coreProperties>
</file>