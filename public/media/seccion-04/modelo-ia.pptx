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A7D"/>
    <a:srgbClr val="267561"/>
    <a:srgbClr val="964F15"/>
    <a:srgbClr val="A31C1E"/>
    <a:srgbClr val="A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978C92-8F2B-D278-2002-A5CCC85728EA}" v="614" dt="2026-05-26T05:51:04.229"/>
    <p1510:client id="{9E7946F5-131A-A147-69E3-2F47A870B5D5}" v="1743" dt="2026-05-26T04:24:41.416"/>
    <p1510:client id="{C2A01ED2-68EC-F718-91CC-CCEB5822BA93}" v="25" dt="2026-05-26T04:43:53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na Peña" userId="dcf4f4c48850d461" providerId="Windows Live" clId="Web-{9E7946F5-131A-A147-69E3-2F47A870B5D5}"/>
    <pc:docChg chg="modSld">
      <pc:chgData name="Andreina Peña" userId="dcf4f4c48850d461" providerId="Windows Live" clId="Web-{9E7946F5-131A-A147-69E3-2F47A870B5D5}" dt="2026-05-26T04:24:41.416" v="1576"/>
      <pc:docMkLst>
        <pc:docMk/>
      </pc:docMkLst>
      <pc:sldChg chg="addSp delSp modSp">
        <pc:chgData name="Andreina Peña" userId="dcf4f4c48850d461" providerId="Windows Live" clId="Web-{9E7946F5-131A-A147-69E3-2F47A870B5D5}" dt="2026-05-26T03:49:54.087" v="1405" actId="20577"/>
        <pc:sldMkLst>
          <pc:docMk/>
          <pc:sldMk cId="456614545" sldId="257"/>
        </pc:sldMkLst>
        <pc:spChg chg="add mod">
          <ac:chgData name="Andreina Peña" userId="dcf4f4c48850d461" providerId="Windows Live" clId="Web-{9E7946F5-131A-A147-69E3-2F47A870B5D5}" dt="2026-05-26T03:49:54.087" v="1405" actId="20577"/>
          <ac:spMkLst>
            <pc:docMk/>
            <pc:sldMk cId="456614545" sldId="257"/>
            <ac:spMk id="3" creationId="{E190E0C9-0A1B-EBE4-4AD4-C26C8719D938}"/>
          </ac:spMkLst>
        </pc:spChg>
        <pc:spChg chg="del mod">
          <ac:chgData name="Andreina Peña" userId="dcf4f4c48850d461" providerId="Windows Live" clId="Web-{9E7946F5-131A-A147-69E3-2F47A870B5D5}" dt="2026-05-26T03:48:52.880" v="1395"/>
          <ac:spMkLst>
            <pc:docMk/>
            <pc:sldMk cId="456614545" sldId="257"/>
            <ac:spMk id="5" creationId="{07044856-93B4-41D2-A632-5F1ECAF09714}"/>
          </ac:spMkLst>
        </pc:spChg>
        <pc:picChg chg="del">
          <ac:chgData name="Andreina Peña" userId="dcf4f4c48850d461" providerId="Windows Live" clId="Web-{9E7946F5-131A-A147-69E3-2F47A870B5D5}" dt="2026-05-26T02:27:17.802" v="868"/>
          <ac:picMkLst>
            <pc:docMk/>
            <pc:sldMk cId="456614545" sldId="257"/>
            <ac:picMk id="4" creationId="{C7F6982E-917A-44A6-AD36-A4225ABCED37}"/>
          </ac:picMkLst>
        </pc:picChg>
      </pc:sldChg>
      <pc:sldChg chg="addSp delSp modSp">
        <pc:chgData name="Andreina Peña" userId="dcf4f4c48850d461" providerId="Windows Live" clId="Web-{9E7946F5-131A-A147-69E3-2F47A870B5D5}" dt="2026-05-26T03:38:37.702" v="1312" actId="20577"/>
        <pc:sldMkLst>
          <pc:docMk/>
          <pc:sldMk cId="1174604717" sldId="258"/>
        </pc:sldMkLst>
        <pc:spChg chg="add mod">
          <ac:chgData name="Andreina Peña" userId="dcf4f4c48850d461" providerId="Windows Live" clId="Web-{9E7946F5-131A-A147-69E3-2F47A870B5D5}" dt="2026-05-26T03:38:37.702" v="1312" actId="20577"/>
          <ac:spMkLst>
            <pc:docMk/>
            <pc:sldMk cId="1174604717" sldId="258"/>
            <ac:spMk id="2" creationId="{BA0F1F44-7782-B138-C5C1-7F5BBA3D82D0}"/>
          </ac:spMkLst>
        </pc:spChg>
        <pc:spChg chg="add del mod">
          <ac:chgData name="Andreina Peña" userId="dcf4f4c48850d461" providerId="Windows Live" clId="Web-{9E7946F5-131A-A147-69E3-2F47A870B5D5}" dt="2026-05-26T00:21:47.923" v="24"/>
          <ac:spMkLst>
            <pc:docMk/>
            <pc:sldMk cId="1174604717" sldId="258"/>
            <ac:spMk id="3" creationId="{1A1D3B5B-3EF9-37F5-68FC-32A7C38FCF3A}"/>
          </ac:spMkLst>
        </pc:spChg>
        <pc:spChg chg="add del mod">
          <ac:chgData name="Andreina Peña" userId="dcf4f4c48850d461" providerId="Windows Live" clId="Web-{9E7946F5-131A-A147-69E3-2F47A870B5D5}" dt="2026-05-26T00:57:59.560" v="164"/>
          <ac:spMkLst>
            <pc:docMk/>
            <pc:sldMk cId="1174604717" sldId="258"/>
            <ac:spMk id="4" creationId="{97A5A146-9987-9C34-8A53-45C7C2B22AC6}"/>
          </ac:spMkLst>
        </pc:spChg>
        <pc:spChg chg="add mod">
          <ac:chgData name="Andreina Peña" userId="dcf4f4c48850d461" providerId="Windows Live" clId="Web-{9E7946F5-131A-A147-69E3-2F47A870B5D5}" dt="2026-05-26T03:35:17.692" v="1307" actId="1076"/>
          <ac:spMkLst>
            <pc:docMk/>
            <pc:sldMk cId="1174604717" sldId="258"/>
            <ac:spMk id="6" creationId="{EFD9BAFC-D7EB-97B7-7147-AD520280AEF5}"/>
          </ac:spMkLst>
        </pc:spChg>
        <pc:spChg chg="add mod">
          <ac:chgData name="Andreina Peña" userId="dcf4f4c48850d461" providerId="Windows Live" clId="Web-{9E7946F5-131A-A147-69E3-2F47A870B5D5}" dt="2026-05-26T03:35:12.707" v="1305" actId="1076"/>
          <ac:spMkLst>
            <pc:docMk/>
            <pc:sldMk cId="1174604717" sldId="258"/>
            <ac:spMk id="7" creationId="{A68C9A21-3D7F-415A-B166-DD6E2AC66B84}"/>
          </ac:spMkLst>
        </pc:spChg>
        <pc:spChg chg="add del mod">
          <ac:chgData name="Andreina Peña" userId="dcf4f4c48850d461" providerId="Windows Live" clId="Web-{9E7946F5-131A-A147-69E3-2F47A870B5D5}" dt="2026-05-26T00:40:20.794" v="121"/>
          <ac:spMkLst>
            <pc:docMk/>
            <pc:sldMk cId="1174604717" sldId="258"/>
            <ac:spMk id="8" creationId="{697054DA-FA37-3BA5-62A3-8BAADA36BA16}"/>
          </ac:spMkLst>
        </pc:spChg>
        <pc:spChg chg="add del mod">
          <ac:chgData name="Andreina Peña" userId="dcf4f4c48850d461" providerId="Windows Live" clId="Web-{9E7946F5-131A-A147-69E3-2F47A870B5D5}" dt="2026-05-26T00:40:14.747" v="119"/>
          <ac:spMkLst>
            <pc:docMk/>
            <pc:sldMk cId="1174604717" sldId="258"/>
            <ac:spMk id="9" creationId="{2318313B-3EB1-E086-4B28-7471F85B2B35}"/>
          </ac:spMkLst>
        </pc:spChg>
        <pc:spChg chg="add del mod">
          <ac:chgData name="Andreina Peña" userId="dcf4f4c48850d461" providerId="Windows Live" clId="Web-{9E7946F5-131A-A147-69E3-2F47A870B5D5}" dt="2026-05-26T00:40:18.638" v="120"/>
          <ac:spMkLst>
            <pc:docMk/>
            <pc:sldMk cId="1174604717" sldId="258"/>
            <ac:spMk id="10" creationId="{A1D11FF8-B2B8-9815-5EAC-30E943F20CB6}"/>
          </ac:spMkLst>
        </pc:spChg>
        <pc:spChg chg="add del">
          <ac:chgData name="Andreina Peña" userId="dcf4f4c48850d461" providerId="Windows Live" clId="Web-{9E7946F5-131A-A147-69E3-2F47A870B5D5}" dt="2026-05-26T00:32:56.981" v="93"/>
          <ac:spMkLst>
            <pc:docMk/>
            <pc:sldMk cId="1174604717" sldId="258"/>
            <ac:spMk id="11" creationId="{BC475A0E-D90B-C4E7-EB74-3B77334B0819}"/>
          </ac:spMkLst>
        </pc:spChg>
        <pc:spChg chg="add del">
          <ac:chgData name="Andreina Peña" userId="dcf4f4c48850d461" providerId="Windows Live" clId="Web-{9E7946F5-131A-A147-69E3-2F47A870B5D5}" dt="2026-05-26T00:32:54.106" v="92"/>
          <ac:spMkLst>
            <pc:docMk/>
            <pc:sldMk cId="1174604717" sldId="258"/>
            <ac:spMk id="12" creationId="{1A578F15-504E-3048-959C-30E9C61769AF}"/>
          </ac:spMkLst>
        </pc:spChg>
        <pc:spChg chg="add mod">
          <ac:chgData name="Andreina Peña" userId="dcf4f4c48850d461" providerId="Windows Live" clId="Web-{9E7946F5-131A-A147-69E3-2F47A870B5D5}" dt="2026-05-26T01:00:38.175" v="199" actId="20577"/>
          <ac:spMkLst>
            <pc:docMk/>
            <pc:sldMk cId="1174604717" sldId="258"/>
            <ac:spMk id="13" creationId="{E88D1D68-E2E0-69ED-9E3E-E51571D2A396}"/>
          </ac:spMkLst>
        </pc:spChg>
        <pc:spChg chg="add del mod">
          <ac:chgData name="Andreina Peña" userId="dcf4f4c48850d461" providerId="Windows Live" clId="Web-{9E7946F5-131A-A147-69E3-2F47A870B5D5}" dt="2026-05-26T00:58:22.888" v="171"/>
          <ac:spMkLst>
            <pc:docMk/>
            <pc:sldMk cId="1174604717" sldId="258"/>
            <ac:spMk id="14" creationId="{B02D4480-B33C-1D75-0169-574616909771}"/>
          </ac:spMkLst>
        </pc:spChg>
        <pc:spChg chg="add mod">
          <ac:chgData name="Andreina Peña" userId="dcf4f4c48850d461" providerId="Windows Live" clId="Web-{9E7946F5-131A-A147-69E3-2F47A870B5D5}" dt="2026-05-26T03:36:48.780" v="1309" actId="20577"/>
          <ac:spMkLst>
            <pc:docMk/>
            <pc:sldMk cId="1174604717" sldId="258"/>
            <ac:spMk id="15" creationId="{1DFA60AD-9AF8-5B8F-66E8-EF0AA0D7C0F5}"/>
          </ac:spMkLst>
        </pc:spChg>
        <pc:spChg chg="add mod">
          <ac:chgData name="Andreina Peña" userId="dcf4f4c48850d461" providerId="Windows Live" clId="Web-{9E7946F5-131A-A147-69E3-2F47A870B5D5}" dt="2026-05-26T03:36:58.219" v="1311" actId="1076"/>
          <ac:spMkLst>
            <pc:docMk/>
            <pc:sldMk cId="1174604717" sldId="258"/>
            <ac:spMk id="16" creationId="{17917DEE-5041-523B-C2DA-7AB78DEF250E}"/>
          </ac:spMkLst>
        </pc:spChg>
        <pc:spChg chg="add del">
          <ac:chgData name="Andreina Peña" userId="dcf4f4c48850d461" providerId="Windows Live" clId="Web-{9E7946F5-131A-A147-69E3-2F47A870B5D5}" dt="2026-05-26T01:00:45.457" v="201"/>
          <ac:spMkLst>
            <pc:docMk/>
            <pc:sldMk cId="1174604717" sldId="258"/>
            <ac:spMk id="17" creationId="{8B8D32DA-28AA-3542-DD17-F3841EC88E27}"/>
          </ac:spMkLst>
        </pc:spChg>
        <pc:spChg chg="add mod">
          <ac:chgData name="Andreina Peña" userId="dcf4f4c48850d461" providerId="Windows Live" clId="Web-{9E7946F5-131A-A147-69E3-2F47A870B5D5}" dt="2026-05-26T01:02:29.258" v="209" actId="1076"/>
          <ac:spMkLst>
            <pc:docMk/>
            <pc:sldMk cId="1174604717" sldId="258"/>
            <ac:spMk id="18" creationId="{0CC4534C-6452-C650-84F6-1EFD3825968E}"/>
          </ac:spMkLst>
        </pc:spChg>
        <pc:spChg chg="mod">
          <ac:chgData name="Andreina Peña" userId="dcf4f4c48850d461" providerId="Windows Live" clId="Web-{9E7946F5-131A-A147-69E3-2F47A870B5D5}" dt="2026-05-26T00:44:38.353" v="148" actId="20577"/>
          <ac:spMkLst>
            <pc:docMk/>
            <pc:sldMk cId="1174604717" sldId="258"/>
            <ac:spMk id="52" creationId="{36066BB0-AC99-4812-AD93-02DB9361352F}"/>
          </ac:spMkLst>
        </pc:spChg>
        <pc:spChg chg="mod">
          <ac:chgData name="Andreina Peña" userId="dcf4f4c48850d461" providerId="Windows Live" clId="Web-{9E7946F5-131A-A147-69E3-2F47A870B5D5}" dt="2026-05-26T00:58:07.654" v="166" actId="1076"/>
          <ac:spMkLst>
            <pc:docMk/>
            <pc:sldMk cId="1174604717" sldId="258"/>
            <ac:spMk id="54" creationId="{93176FF2-311E-461C-A029-DBFFEC1B963A}"/>
          </ac:spMkLst>
        </pc:spChg>
        <pc:spChg chg="mod">
          <ac:chgData name="Andreina Peña" userId="dcf4f4c48850d461" providerId="Windows Live" clId="Web-{9E7946F5-131A-A147-69E3-2F47A870B5D5}" dt="2026-05-26T00:57:31.323" v="158" actId="20577"/>
          <ac:spMkLst>
            <pc:docMk/>
            <pc:sldMk cId="1174604717" sldId="258"/>
            <ac:spMk id="58" creationId="{D2B0E8D7-1469-4269-BCFD-DCDE09D488DF}"/>
          </ac:spMkLst>
        </pc:spChg>
      </pc:sldChg>
      <pc:sldChg chg="addSp delSp modSp">
        <pc:chgData name="Andreina Peña" userId="dcf4f4c48850d461" providerId="Windows Live" clId="Web-{9E7946F5-131A-A147-69E3-2F47A870B5D5}" dt="2026-05-26T03:38:53.469" v="1313" actId="1076"/>
        <pc:sldMkLst>
          <pc:docMk/>
          <pc:sldMk cId="3832779297" sldId="259"/>
        </pc:sldMkLst>
        <pc:spChg chg="add del mod">
          <ac:chgData name="Andreina Peña" userId="dcf4f4c48850d461" providerId="Windows Live" clId="Web-{9E7946F5-131A-A147-69E3-2F47A870B5D5}" dt="2026-05-26T01:07:58.490" v="241"/>
          <ac:spMkLst>
            <pc:docMk/>
            <pc:sldMk cId="3832779297" sldId="259"/>
            <ac:spMk id="2" creationId="{FFB9A5DA-7F5B-6E07-6F9D-D6AE923511F2}"/>
          </ac:spMkLst>
        </pc:spChg>
        <pc:spChg chg="add mod">
          <ac:chgData name="Andreina Peña" userId="dcf4f4c48850d461" providerId="Windows Live" clId="Web-{9E7946F5-131A-A147-69E3-2F47A870B5D5}" dt="2026-05-26T03:24:30.483" v="1264" actId="20577"/>
          <ac:spMkLst>
            <pc:docMk/>
            <pc:sldMk cId="3832779297" sldId="259"/>
            <ac:spMk id="3" creationId="{C7179C15-8BBA-5C99-91B7-9F34BE12BD16}"/>
          </ac:spMkLst>
        </pc:spChg>
        <pc:spChg chg="add mod">
          <ac:chgData name="Andreina Peña" userId="dcf4f4c48850d461" providerId="Windows Live" clId="Web-{9E7946F5-131A-A147-69E3-2F47A870B5D5}" dt="2026-05-26T03:24:37.280" v="1265" actId="1076"/>
          <ac:spMkLst>
            <pc:docMk/>
            <pc:sldMk cId="3832779297" sldId="259"/>
            <ac:spMk id="4" creationId="{9362B783-38E5-134F-B284-A3EA1C0CE146}"/>
          </ac:spMkLst>
        </pc:spChg>
        <pc:spChg chg="add del mod">
          <ac:chgData name="Andreina Peña" userId="dcf4f4c48850d461" providerId="Windows Live" clId="Web-{9E7946F5-131A-A147-69E3-2F47A870B5D5}" dt="2026-05-26T01:09:45.213" v="259"/>
          <ac:spMkLst>
            <pc:docMk/>
            <pc:sldMk cId="3832779297" sldId="259"/>
            <ac:spMk id="5" creationId="{DFEB37F4-7B6D-A369-ECC6-D64A0129CDF2}"/>
          </ac:spMkLst>
        </pc:spChg>
        <pc:spChg chg="add del mod">
          <ac:chgData name="Andreina Peña" userId="dcf4f4c48850d461" providerId="Windows Live" clId="Web-{9E7946F5-131A-A147-69E3-2F47A870B5D5}" dt="2026-05-26T01:14:48.911" v="285"/>
          <ac:spMkLst>
            <pc:docMk/>
            <pc:sldMk cId="3832779297" sldId="259"/>
            <ac:spMk id="6" creationId="{37333E01-BB4A-A77B-B1FA-210C6C0CDC8C}"/>
          </ac:spMkLst>
        </pc:spChg>
        <pc:spChg chg="add mod">
          <ac:chgData name="Andreina Peña" userId="dcf4f4c48850d461" providerId="Windows Live" clId="Web-{9E7946F5-131A-A147-69E3-2F47A870B5D5}" dt="2026-05-26T03:33:54.295" v="1301" actId="20577"/>
          <ac:spMkLst>
            <pc:docMk/>
            <pc:sldMk cId="3832779297" sldId="259"/>
            <ac:spMk id="7" creationId="{2E911184-CDCA-1E45-5D16-008706480D0C}"/>
          </ac:spMkLst>
        </pc:spChg>
        <pc:spChg chg="add mod">
          <ac:chgData name="Andreina Peña" userId="dcf4f4c48850d461" providerId="Windows Live" clId="Web-{9E7946F5-131A-A147-69E3-2F47A870B5D5}" dt="2026-05-26T03:38:53.469" v="1313" actId="1076"/>
          <ac:spMkLst>
            <pc:docMk/>
            <pc:sldMk cId="3832779297" sldId="259"/>
            <ac:spMk id="8" creationId="{8ADD9143-3867-A3B0-7FA9-41EA796F11DE}"/>
          </ac:spMkLst>
        </pc:spChg>
        <pc:spChg chg="add mod">
          <ac:chgData name="Andreina Peña" userId="dcf4f4c48850d461" providerId="Windows Live" clId="Web-{9E7946F5-131A-A147-69E3-2F47A870B5D5}" dt="2026-05-26T01:16:33.790" v="304" actId="14100"/>
          <ac:spMkLst>
            <pc:docMk/>
            <pc:sldMk cId="3832779297" sldId="259"/>
            <ac:spMk id="9" creationId="{CF508C76-3764-D85A-1764-D298D28A477A}"/>
          </ac:spMkLst>
        </pc:spChg>
        <pc:spChg chg="add mod">
          <ac:chgData name="Andreina Peña" userId="dcf4f4c48850d461" providerId="Windows Live" clId="Web-{9E7946F5-131A-A147-69E3-2F47A870B5D5}" dt="2026-05-26T01:16:50.557" v="306" actId="1076"/>
          <ac:spMkLst>
            <pc:docMk/>
            <pc:sldMk cId="3832779297" sldId="259"/>
            <ac:spMk id="10" creationId="{C725F94C-D511-5A9B-B842-9EBECF22D2FE}"/>
          </ac:spMkLst>
        </pc:spChg>
        <pc:spChg chg="add mod">
          <ac:chgData name="Andreina Peña" userId="dcf4f4c48850d461" providerId="Windows Live" clId="Web-{9E7946F5-131A-A147-69E3-2F47A870B5D5}" dt="2026-05-26T03:23:38.839" v="1259" actId="20577"/>
          <ac:spMkLst>
            <pc:docMk/>
            <pc:sldMk cId="3832779297" sldId="259"/>
            <ac:spMk id="11" creationId="{4F9316EB-9759-0734-CD60-9D2003530683}"/>
          </ac:spMkLst>
        </pc:spChg>
        <pc:spChg chg="mod">
          <ac:chgData name="Andreina Peña" userId="dcf4f4c48850d461" providerId="Windows Live" clId="Web-{9E7946F5-131A-A147-69E3-2F47A870B5D5}" dt="2026-05-26T01:13:58.800" v="278" actId="14100"/>
          <ac:spMkLst>
            <pc:docMk/>
            <pc:sldMk cId="3832779297" sldId="259"/>
            <ac:spMk id="72" creationId="{4A7F3CC2-F73A-4351-BE85-600E5C2372D7}"/>
          </ac:spMkLst>
        </pc:spChg>
        <pc:spChg chg="mod">
          <ac:chgData name="Andreina Peña" userId="dcf4f4c48850d461" providerId="Windows Live" clId="Web-{9E7946F5-131A-A147-69E3-2F47A870B5D5}" dt="2026-05-26T01:36:25.228" v="409" actId="20577"/>
          <ac:spMkLst>
            <pc:docMk/>
            <pc:sldMk cId="3832779297" sldId="259"/>
            <ac:spMk id="73" creationId="{3105A2E5-A3D6-45BA-B3D1-5533B30A4F7F}"/>
          </ac:spMkLst>
        </pc:spChg>
        <pc:spChg chg="mod">
          <ac:chgData name="Andreina Peña" userId="dcf4f4c48850d461" providerId="Windows Live" clId="Web-{9E7946F5-131A-A147-69E3-2F47A870B5D5}" dt="2026-05-26T01:36:26.525" v="410" actId="20577"/>
          <ac:spMkLst>
            <pc:docMk/>
            <pc:sldMk cId="3832779297" sldId="259"/>
            <ac:spMk id="74" creationId="{01660EB8-F8D7-4B87-BF58-6D90F9FFB016}"/>
          </ac:spMkLst>
        </pc:spChg>
        <pc:spChg chg="mod">
          <ac:chgData name="Andreina Peña" userId="dcf4f4c48850d461" providerId="Windows Live" clId="Web-{9E7946F5-131A-A147-69E3-2F47A870B5D5}" dt="2026-05-26T01:36:18.040" v="407" actId="20577"/>
          <ac:spMkLst>
            <pc:docMk/>
            <pc:sldMk cId="3832779297" sldId="259"/>
            <ac:spMk id="75" creationId="{41A6E719-862D-4D32-83F1-1B7F17FF7F5B}"/>
          </ac:spMkLst>
        </pc:spChg>
        <pc:spChg chg="mod">
          <ac:chgData name="Andreina Peña" userId="dcf4f4c48850d461" providerId="Windows Live" clId="Web-{9E7946F5-131A-A147-69E3-2F47A870B5D5}" dt="2026-05-26T01:21:33.678" v="344" actId="1076"/>
          <ac:spMkLst>
            <pc:docMk/>
            <pc:sldMk cId="3832779297" sldId="259"/>
            <ac:spMk id="76" creationId="{A9C3694D-ED8B-475C-83FE-F058CEABA336}"/>
          </ac:spMkLst>
        </pc:spChg>
        <pc:picChg chg="mod">
          <ac:chgData name="Andreina Peña" userId="dcf4f4c48850d461" providerId="Windows Live" clId="Web-{9E7946F5-131A-A147-69E3-2F47A870B5D5}" dt="2026-05-26T01:32:51.360" v="406" actId="1076"/>
          <ac:picMkLst>
            <pc:docMk/>
            <pc:sldMk cId="3832779297" sldId="259"/>
            <ac:picMk id="77" creationId="{CE0982AD-3BCF-4988-B698-7E17FF5DC027}"/>
          </ac:picMkLst>
        </pc:picChg>
      </pc:sldChg>
      <pc:sldChg chg="addSp delSp modSp addAnim delAnim">
        <pc:chgData name="Andreina Peña" userId="dcf4f4c48850d461" providerId="Windows Live" clId="Web-{9E7946F5-131A-A147-69E3-2F47A870B5D5}" dt="2026-05-26T04:24:41.416" v="1576"/>
        <pc:sldMkLst>
          <pc:docMk/>
          <pc:sldMk cId="1665547996" sldId="260"/>
        </pc:sldMkLst>
        <pc:spChg chg="add del mod">
          <ac:chgData name="Andreina Peña" userId="dcf4f4c48850d461" providerId="Windows Live" clId="Web-{9E7946F5-131A-A147-69E3-2F47A870B5D5}" dt="2026-05-26T03:54:48.174" v="1422"/>
          <ac:spMkLst>
            <pc:docMk/>
            <pc:sldMk cId="1665547996" sldId="260"/>
            <ac:spMk id="2" creationId="{01BD9ED6-A65A-9414-41ED-9A037E683C7B}"/>
          </ac:spMkLst>
        </pc:spChg>
        <pc:spChg chg="add mod">
          <ac:chgData name="Andreina Peña" userId="dcf4f4c48850d461" providerId="Windows Live" clId="Web-{9E7946F5-131A-A147-69E3-2F47A870B5D5}" dt="2026-05-26T04:02:01.329" v="1471" actId="1076"/>
          <ac:spMkLst>
            <pc:docMk/>
            <pc:sldMk cId="1665547996" sldId="260"/>
            <ac:spMk id="3" creationId="{C9D51282-7D90-CCFF-0450-7B3697D729A7}"/>
          </ac:spMkLst>
        </pc:spChg>
        <pc:spChg chg="mod">
          <ac:chgData name="Andreina Peña" userId="dcf4f4c48850d461" providerId="Windows Live" clId="Web-{9E7946F5-131A-A147-69E3-2F47A870B5D5}" dt="2026-05-26T04:17:38.316" v="1561" actId="14100"/>
          <ac:spMkLst>
            <pc:docMk/>
            <pc:sldMk cId="1665547996" sldId="260"/>
            <ac:spMk id="4" creationId="{4B896282-0FE9-4270-A122-6AB9576EA596}"/>
          </ac:spMkLst>
        </pc:spChg>
        <pc:spChg chg="mod">
          <ac:chgData name="Andreina Peña" userId="dcf4f4c48850d461" providerId="Windows Live" clId="Web-{9E7946F5-131A-A147-69E3-2F47A870B5D5}" dt="2026-05-26T04:18:14.739" v="1566" actId="14100"/>
          <ac:spMkLst>
            <pc:docMk/>
            <pc:sldMk cId="1665547996" sldId="260"/>
            <ac:spMk id="5" creationId="{36DF13E2-CC5B-4235-9231-069E5C709E1A}"/>
          </ac:spMkLst>
        </pc:spChg>
        <pc:spChg chg="mod">
          <ac:chgData name="Andreina Peña" userId="dcf4f4c48850d461" providerId="Windows Live" clId="Web-{9E7946F5-131A-A147-69E3-2F47A870B5D5}" dt="2026-05-26T04:17:13.142" v="1560" actId="20577"/>
          <ac:spMkLst>
            <pc:docMk/>
            <pc:sldMk cId="1665547996" sldId="260"/>
            <ac:spMk id="8" creationId="{17B4BCD5-CE00-4E13-8EB5-CAAF1F1C2F78}"/>
          </ac:spMkLst>
        </pc:spChg>
        <pc:spChg chg="add mod">
          <ac:chgData name="Andreina Peña" userId="dcf4f4c48850d461" providerId="Windows Live" clId="Web-{9E7946F5-131A-A147-69E3-2F47A870B5D5}" dt="2026-05-26T04:00:45.480" v="1466" actId="20577"/>
          <ac:spMkLst>
            <pc:docMk/>
            <pc:sldMk cId="1665547996" sldId="260"/>
            <ac:spMk id="9" creationId="{94984610-7662-5179-C361-D4B45985B1ED}"/>
          </ac:spMkLst>
        </pc:spChg>
        <pc:spChg chg="mod">
          <ac:chgData name="Andreina Peña" userId="dcf4f4c48850d461" providerId="Windows Live" clId="Web-{9E7946F5-131A-A147-69E3-2F47A870B5D5}" dt="2026-05-26T03:54:19.374" v="1416" actId="1076"/>
          <ac:spMkLst>
            <pc:docMk/>
            <pc:sldMk cId="1665547996" sldId="260"/>
            <ac:spMk id="10" creationId="{C7107F07-8704-4DA6-BD20-8FA867463631}"/>
          </ac:spMkLst>
        </pc:spChg>
        <pc:spChg chg="add mod">
          <ac:chgData name="Andreina Peña" userId="dcf4f4c48850d461" providerId="Windows Live" clId="Web-{9E7946F5-131A-A147-69E3-2F47A870B5D5}" dt="2026-05-26T04:17:43.019" v="1562" actId="1076"/>
          <ac:spMkLst>
            <pc:docMk/>
            <pc:sldMk cId="1665547996" sldId="260"/>
            <ac:spMk id="11" creationId="{E1DCC019-1F79-1ABE-1C7E-7C4FED590FAB}"/>
          </ac:spMkLst>
        </pc:spChg>
        <pc:spChg chg="add mod">
          <ac:chgData name="Andreina Peña" userId="dcf4f4c48850d461" providerId="Windows Live" clId="Web-{9E7946F5-131A-A147-69E3-2F47A870B5D5}" dt="2026-05-26T03:58:07.142" v="1452" actId="20577"/>
          <ac:spMkLst>
            <pc:docMk/>
            <pc:sldMk cId="1665547996" sldId="260"/>
            <ac:spMk id="12" creationId="{16FA0467-3947-4D95-A5FB-DE01661F14A6}"/>
          </ac:spMkLst>
        </pc:spChg>
        <pc:spChg chg="add mod">
          <ac:chgData name="Andreina Peña" userId="dcf4f4c48850d461" providerId="Windows Live" clId="Web-{9E7946F5-131A-A147-69E3-2F47A870B5D5}" dt="2026-05-26T03:56:53.622" v="1438" actId="14100"/>
          <ac:spMkLst>
            <pc:docMk/>
            <pc:sldMk cId="1665547996" sldId="260"/>
            <ac:spMk id="13" creationId="{378B3256-5DDA-A3B7-01DF-4B301D830057}"/>
          </ac:spMkLst>
        </pc:spChg>
        <pc:spChg chg="add del mod">
          <ac:chgData name="Andreina Peña" userId="dcf4f4c48850d461" providerId="Windows Live" clId="Web-{9E7946F5-131A-A147-69E3-2F47A870B5D5}" dt="2026-05-26T03:58:00.111" v="1451"/>
          <ac:spMkLst>
            <pc:docMk/>
            <pc:sldMk cId="1665547996" sldId="260"/>
            <ac:spMk id="14" creationId="{0D54D2D9-1D08-6811-E18E-622AC18DF622}"/>
          </ac:spMkLst>
        </pc:spChg>
        <pc:spChg chg="add mod">
          <ac:chgData name="Andreina Peña" userId="dcf4f4c48850d461" providerId="Windows Live" clId="Web-{9E7946F5-131A-A147-69E3-2F47A870B5D5}" dt="2026-05-26T04:01:04.122" v="1467" actId="20577"/>
          <ac:spMkLst>
            <pc:docMk/>
            <pc:sldMk cId="1665547996" sldId="260"/>
            <ac:spMk id="15" creationId="{C3DB8024-F5C3-81C3-DFCC-B7B27C60F216}"/>
          </ac:spMkLst>
        </pc:spChg>
        <pc:spChg chg="add del mod">
          <ac:chgData name="Andreina Peña" userId="dcf4f4c48850d461" providerId="Windows Live" clId="Web-{9E7946F5-131A-A147-69E3-2F47A870B5D5}" dt="2026-05-26T04:00:10.572" v="1464"/>
          <ac:spMkLst>
            <pc:docMk/>
            <pc:sldMk cId="1665547996" sldId="260"/>
            <ac:spMk id="16" creationId="{8EEAE02F-B6FD-C747-B199-C492DC5889B0}"/>
          </ac:spMkLst>
        </pc:spChg>
        <pc:spChg chg="add mod">
          <ac:chgData name="Andreina Peña" userId="dcf4f4c48850d461" providerId="Windows Live" clId="Web-{9E7946F5-131A-A147-69E3-2F47A870B5D5}" dt="2026-05-26T04:02:52.128" v="1478"/>
          <ac:spMkLst>
            <pc:docMk/>
            <pc:sldMk cId="1665547996" sldId="260"/>
            <ac:spMk id="17" creationId="{F337C658-832A-8223-1D47-AC3DE1F41B9B}"/>
          </ac:spMkLst>
        </pc:spChg>
        <pc:spChg chg="add del mod">
          <ac:chgData name="Andreina Peña" userId="dcf4f4c48850d461" providerId="Windows Live" clId="Web-{9E7946F5-131A-A147-69E3-2F47A870B5D5}" dt="2026-05-26T04:04:01.398" v="1487"/>
          <ac:spMkLst>
            <pc:docMk/>
            <pc:sldMk cId="1665547996" sldId="260"/>
            <ac:spMk id="18" creationId="{A36AF84B-2B81-482D-9001-791D7596EE36}"/>
          </ac:spMkLst>
        </pc:spChg>
        <pc:spChg chg="add mod">
          <ac:chgData name="Andreina Peña" userId="dcf4f4c48850d461" providerId="Windows Live" clId="Web-{9E7946F5-131A-A147-69E3-2F47A870B5D5}" dt="2026-05-26T04:03:50.881" v="1485" actId="1076"/>
          <ac:spMkLst>
            <pc:docMk/>
            <pc:sldMk cId="1665547996" sldId="260"/>
            <ac:spMk id="19" creationId="{EBC6E891-5F3D-AD3F-7B3A-BC82DDB317E4}"/>
          </ac:spMkLst>
        </pc:spChg>
        <pc:spChg chg="add">
          <ac:chgData name="Andreina Peña" userId="dcf4f4c48850d461" providerId="Windows Live" clId="Web-{9E7946F5-131A-A147-69E3-2F47A870B5D5}" dt="2026-05-26T04:06:04.419" v="1510"/>
          <ac:spMkLst>
            <pc:docMk/>
            <pc:sldMk cId="1665547996" sldId="260"/>
            <ac:spMk id="20" creationId="{A66C5BE6-2998-4F6E-4E43-718DB7BEEA4D}"/>
          </ac:spMkLst>
        </pc:spChg>
        <pc:spChg chg="add mod">
          <ac:chgData name="Andreina Peña" userId="dcf4f4c48850d461" providerId="Windows Live" clId="Web-{9E7946F5-131A-A147-69E3-2F47A870B5D5}" dt="2026-05-26T04:18:42.429" v="1567" actId="20577"/>
          <ac:spMkLst>
            <pc:docMk/>
            <pc:sldMk cId="1665547996" sldId="260"/>
            <ac:spMk id="21" creationId="{A281B94A-D9E6-904E-F100-AD2F96B54806}"/>
          </ac:spMkLst>
        </pc:spChg>
        <pc:spChg chg="add del mod">
          <ac:chgData name="Andreina Peña" userId="dcf4f4c48850d461" providerId="Windows Live" clId="Web-{9E7946F5-131A-A147-69E3-2F47A870B5D5}" dt="2026-05-26T04:24:41.416" v="1576"/>
          <ac:spMkLst>
            <pc:docMk/>
            <pc:sldMk cId="1665547996" sldId="260"/>
            <ac:spMk id="23" creationId="{14FEE1AA-251F-30FF-FC5D-05009F9CA0D3}"/>
          </ac:spMkLst>
        </pc:spChg>
        <pc:picChg chg="mod">
          <ac:chgData name="Andreina Peña" userId="dcf4f4c48850d461" providerId="Windows Live" clId="Web-{9E7946F5-131A-A147-69E3-2F47A870B5D5}" dt="2026-05-26T04:17:08.626" v="1559" actId="1076"/>
          <ac:picMkLst>
            <pc:docMk/>
            <pc:sldMk cId="1665547996" sldId="260"/>
            <ac:picMk id="6" creationId="{DF04AEF8-8D90-4B0C-AEE7-34EBC695FAC7}"/>
          </ac:picMkLst>
        </pc:picChg>
        <pc:picChg chg="mod">
          <ac:chgData name="Andreina Peña" userId="dcf4f4c48850d461" providerId="Windows Live" clId="Web-{9E7946F5-131A-A147-69E3-2F47A870B5D5}" dt="2026-05-26T04:24:07.055" v="1574" actId="1076"/>
          <ac:picMkLst>
            <pc:docMk/>
            <pc:sldMk cId="1665547996" sldId="260"/>
            <ac:picMk id="7" creationId="{B7CD4BB2-ED76-4E76-8B90-C1C610A0A04F}"/>
          </ac:picMkLst>
        </pc:picChg>
      </pc:sldChg>
      <pc:sldChg chg="addSp delSp modSp">
        <pc:chgData name="Andreina Peña" userId="dcf4f4c48850d461" providerId="Windows Live" clId="Web-{9E7946F5-131A-A147-69E3-2F47A870B5D5}" dt="2026-05-26T04:16:05.247" v="1555" actId="20577"/>
        <pc:sldMkLst>
          <pc:docMk/>
          <pc:sldMk cId="3821865452" sldId="261"/>
        </pc:sldMkLst>
        <pc:spChg chg="add del mod">
          <ac:chgData name="Andreina Peña" userId="dcf4f4c48850d461" providerId="Windows Live" clId="Web-{9E7946F5-131A-A147-69E3-2F47A870B5D5}" dt="2026-05-26T01:47:09.458" v="505"/>
          <ac:spMkLst>
            <pc:docMk/>
            <pc:sldMk cId="3821865452" sldId="261"/>
            <ac:spMk id="2" creationId="{19DF33E7-AA16-BC9F-6A84-B6C2E4030CAB}"/>
          </ac:spMkLst>
        </pc:spChg>
        <pc:spChg chg="add del mod">
          <ac:chgData name="Andreina Peña" userId="dcf4f4c48850d461" providerId="Windows Live" clId="Web-{9E7946F5-131A-A147-69E3-2F47A870B5D5}" dt="2026-05-26T01:43:13.543" v="469"/>
          <ac:spMkLst>
            <pc:docMk/>
            <pc:sldMk cId="3821865452" sldId="261"/>
            <ac:spMk id="3" creationId="{EC536845-A921-16E3-A587-1410B338553D}"/>
          </ac:spMkLst>
        </pc:spChg>
        <pc:spChg chg="add mod">
          <ac:chgData name="Andreina Peña" userId="dcf4f4c48850d461" providerId="Windows Live" clId="Web-{9E7946F5-131A-A147-69E3-2F47A870B5D5}" dt="2026-05-26T03:27:34.229" v="1276" actId="20577"/>
          <ac:spMkLst>
            <pc:docMk/>
            <pc:sldMk cId="3821865452" sldId="261"/>
            <ac:spMk id="4" creationId="{0ABF8199-5B3F-790D-0610-4FCDDF30A396}"/>
          </ac:spMkLst>
        </pc:spChg>
        <pc:spChg chg="mod">
          <ac:chgData name="Andreina Peña" userId="dcf4f4c48850d461" providerId="Windows Live" clId="Web-{9E7946F5-131A-A147-69E3-2F47A870B5D5}" dt="2026-05-26T03:09:45.654" v="1235"/>
          <ac:spMkLst>
            <pc:docMk/>
            <pc:sldMk cId="3821865452" sldId="261"/>
            <ac:spMk id="6" creationId="{1E7C286A-9863-470D-9518-48B048B4B8FD}"/>
          </ac:spMkLst>
        </pc:spChg>
        <pc:spChg chg="add mod">
          <ac:chgData name="Andreina Peña" userId="dcf4f4c48850d461" providerId="Windows Live" clId="Web-{9E7946F5-131A-A147-69E3-2F47A870B5D5}" dt="2026-05-26T03:26:44.163" v="1273" actId="20577"/>
          <ac:spMkLst>
            <pc:docMk/>
            <pc:sldMk cId="3821865452" sldId="261"/>
            <ac:spMk id="7" creationId="{C6E06843-238A-E7B3-6061-882DCA7617A0}"/>
          </ac:spMkLst>
        </pc:spChg>
        <pc:spChg chg="add mod">
          <ac:chgData name="Andreina Peña" userId="dcf4f4c48850d461" providerId="Windows Live" clId="Web-{9E7946F5-131A-A147-69E3-2F47A870B5D5}" dt="2026-05-26T03:28:09.887" v="1278" actId="1076"/>
          <ac:spMkLst>
            <pc:docMk/>
            <pc:sldMk cId="3821865452" sldId="261"/>
            <ac:spMk id="9" creationId="{7C8D3854-61E5-DEFE-341F-4A68B7A39B2C}"/>
          </ac:spMkLst>
        </pc:spChg>
        <pc:spChg chg="add del mod">
          <ac:chgData name="Andreina Peña" userId="dcf4f4c48850d461" providerId="Windows Live" clId="Web-{9E7946F5-131A-A147-69E3-2F47A870B5D5}" dt="2026-05-26T01:45:24.658" v="491"/>
          <ac:spMkLst>
            <pc:docMk/>
            <pc:sldMk cId="3821865452" sldId="261"/>
            <ac:spMk id="10" creationId="{65E186F4-AE08-A42F-71FB-C6FA366352DD}"/>
          </ac:spMkLst>
        </pc:spChg>
        <pc:spChg chg="mod">
          <ac:chgData name="Andreina Peña" userId="dcf4f4c48850d461" providerId="Windows Live" clId="Web-{9E7946F5-131A-A147-69E3-2F47A870B5D5}" dt="2026-05-26T04:16:05.247" v="1555" actId="20577"/>
          <ac:spMkLst>
            <pc:docMk/>
            <pc:sldMk cId="3821865452" sldId="261"/>
            <ac:spMk id="11" creationId="{D1B3ECD9-E3D0-4876-8A3E-C92CAE956CA8}"/>
          </ac:spMkLst>
        </pc:spChg>
        <pc:spChg chg="add mod">
          <ac:chgData name="Andreina Peña" userId="dcf4f4c48850d461" providerId="Windows Live" clId="Web-{9E7946F5-131A-A147-69E3-2F47A870B5D5}" dt="2026-05-26T03:28:01.949" v="1277" actId="20577"/>
          <ac:spMkLst>
            <pc:docMk/>
            <pc:sldMk cId="3821865452" sldId="261"/>
            <ac:spMk id="12" creationId="{9199358F-AB86-E7A6-4DF9-41B913B77346}"/>
          </ac:spMkLst>
        </pc:spChg>
        <pc:spChg chg="add mod">
          <ac:chgData name="Andreina Peña" userId="dcf4f4c48850d461" providerId="Windows Live" clId="Web-{9E7946F5-131A-A147-69E3-2F47A870B5D5}" dt="2026-05-26T01:47:50.054" v="513" actId="1076"/>
          <ac:spMkLst>
            <pc:docMk/>
            <pc:sldMk cId="3821865452" sldId="261"/>
            <ac:spMk id="13" creationId="{E1A220AF-EDD6-C0D5-FC3C-368FB2B7F182}"/>
          </ac:spMkLst>
        </pc:spChg>
        <pc:spChg chg="mod">
          <ac:chgData name="Andreina Peña" userId="dcf4f4c48850d461" providerId="Windows Live" clId="Web-{9E7946F5-131A-A147-69E3-2F47A870B5D5}" dt="2026-05-26T03:16:23.456" v="1255" actId="14100"/>
          <ac:spMkLst>
            <pc:docMk/>
            <pc:sldMk cId="3821865452" sldId="261"/>
            <ac:spMk id="14" creationId="{8668DCD3-5EEF-4E98-B724-78FC2C3BE8DD}"/>
          </ac:spMkLst>
        </pc:spChg>
        <pc:spChg chg="mod">
          <ac:chgData name="Andreina Peña" userId="dcf4f4c48850d461" providerId="Windows Live" clId="Web-{9E7946F5-131A-A147-69E3-2F47A870B5D5}" dt="2026-05-26T03:14:53.874" v="1243"/>
          <ac:spMkLst>
            <pc:docMk/>
            <pc:sldMk cId="3821865452" sldId="261"/>
            <ac:spMk id="15" creationId="{B2E1331B-F3CD-4579-BAA5-898E577C36F5}"/>
          </ac:spMkLst>
        </pc:spChg>
        <pc:spChg chg="mod">
          <ac:chgData name="Andreina Peña" userId="dcf4f4c48850d461" providerId="Windows Live" clId="Web-{9E7946F5-131A-A147-69E3-2F47A870B5D5}" dt="2026-05-26T01:48:20.977" v="518" actId="1076"/>
          <ac:spMkLst>
            <pc:docMk/>
            <pc:sldMk cId="3821865452" sldId="261"/>
            <ac:spMk id="16" creationId="{57902B64-4D69-4AB1-876C-8F76E95C4D46}"/>
          </ac:spMkLst>
        </pc:spChg>
        <pc:spChg chg="mod">
          <ac:chgData name="Andreina Peña" userId="dcf4f4c48850d461" providerId="Windows Live" clId="Web-{9E7946F5-131A-A147-69E3-2F47A870B5D5}" dt="2026-05-26T03:15:49.017" v="1253" actId="1076"/>
          <ac:spMkLst>
            <pc:docMk/>
            <pc:sldMk cId="3821865452" sldId="261"/>
            <ac:spMk id="17" creationId="{81390AA6-B3D8-4B45-AE64-E7ECB5AEC311}"/>
          </ac:spMkLst>
        </pc:spChg>
        <pc:spChg chg="add mod">
          <ac:chgData name="Andreina Peña" userId="dcf4f4c48850d461" providerId="Windows Live" clId="Web-{9E7946F5-131A-A147-69E3-2F47A870B5D5}" dt="2026-05-26T01:47:42.866" v="512" actId="14100"/>
          <ac:spMkLst>
            <pc:docMk/>
            <pc:sldMk cId="3821865452" sldId="261"/>
            <ac:spMk id="18" creationId="{744322F9-F89F-0866-1CF5-6F2C59A1D981}"/>
          </ac:spMkLst>
        </pc:spChg>
        <pc:spChg chg="add del mod">
          <ac:chgData name="Andreina Peña" userId="dcf4f4c48850d461" providerId="Windows Live" clId="Web-{9E7946F5-131A-A147-69E3-2F47A870B5D5}" dt="2026-05-26T03:04:31.586" v="1200"/>
          <ac:spMkLst>
            <pc:docMk/>
            <pc:sldMk cId="3821865452" sldId="261"/>
            <ac:spMk id="20" creationId="{5B8112C8-A94D-CC33-35AF-A87F61585CE6}"/>
          </ac:spMkLst>
        </pc:spChg>
        <pc:spChg chg="add mod">
          <ac:chgData name="Andreina Peña" userId="dcf4f4c48850d461" providerId="Windows Live" clId="Web-{9E7946F5-131A-A147-69E3-2F47A870B5D5}" dt="2026-05-26T01:49:35.542" v="532" actId="1076"/>
          <ac:spMkLst>
            <pc:docMk/>
            <pc:sldMk cId="3821865452" sldId="261"/>
            <ac:spMk id="21" creationId="{0DD72D15-8841-1D7A-01AC-692BD5C85130}"/>
          </ac:spMkLst>
        </pc:spChg>
        <pc:picChg chg="mod">
          <ac:chgData name="Andreina Peña" userId="dcf4f4c48850d461" providerId="Windows Live" clId="Web-{9E7946F5-131A-A147-69E3-2F47A870B5D5}" dt="2026-05-26T03:10:05.671" v="1237"/>
          <ac:picMkLst>
            <pc:docMk/>
            <pc:sldMk cId="3821865452" sldId="261"/>
            <ac:picMk id="5" creationId="{ED071B71-9277-48B4-8B5A-B1A22A8F929A}"/>
          </ac:picMkLst>
        </pc:picChg>
        <pc:picChg chg="mod">
          <ac:chgData name="Andreina Peña" userId="dcf4f4c48850d461" providerId="Windows Live" clId="Web-{9E7946F5-131A-A147-69E3-2F47A870B5D5}" dt="2026-05-26T01:38:30.389" v="420" actId="1076"/>
          <ac:picMkLst>
            <pc:docMk/>
            <pc:sldMk cId="3821865452" sldId="261"/>
            <ac:picMk id="19" creationId="{4F6A584D-BBA4-4753-AB39-F6BBAD8EBC73}"/>
          </ac:picMkLst>
        </pc:picChg>
        <pc:cxnChg chg="mod">
          <ac:chgData name="Andreina Peña" userId="dcf4f4c48850d461" providerId="Windows Live" clId="Web-{9E7946F5-131A-A147-69E3-2F47A870B5D5}" dt="2026-05-26T03:04:46.415" v="1204" actId="14100"/>
          <ac:cxnSpMkLst>
            <pc:docMk/>
            <pc:sldMk cId="3821865452" sldId="261"/>
            <ac:cxnSpMk id="8" creationId="{246D7A14-6B1D-48CA-825D-E020715A7514}"/>
          </ac:cxnSpMkLst>
        </pc:cxnChg>
      </pc:sldChg>
      <pc:sldChg chg="addSp delSp modSp addAnim delAnim">
        <pc:chgData name="Andreina Peña" userId="dcf4f4c48850d461" providerId="Windows Live" clId="Web-{9E7946F5-131A-A147-69E3-2F47A870B5D5}" dt="2026-05-26T03:31:11.912" v="1287" actId="1076"/>
        <pc:sldMkLst>
          <pc:docMk/>
          <pc:sldMk cId="1339510009" sldId="262"/>
        </pc:sldMkLst>
        <pc:spChg chg="add del mod">
          <ac:chgData name="Andreina Peña" userId="dcf4f4c48850d461" providerId="Windows Live" clId="Web-{9E7946F5-131A-A147-69E3-2F47A870B5D5}" dt="2026-05-26T02:04:03.732" v="661"/>
          <ac:spMkLst>
            <pc:docMk/>
            <pc:sldMk cId="1339510009" sldId="262"/>
            <ac:spMk id="2" creationId="{13CD213E-CD4F-4FAC-0C7F-29A245A36A06}"/>
          </ac:spMkLst>
        </pc:spChg>
        <pc:spChg chg="add mod">
          <ac:chgData name="Andreina Peña" userId="dcf4f4c48850d461" providerId="Windows Live" clId="Web-{9E7946F5-131A-A147-69E3-2F47A870B5D5}" dt="2026-05-26T03:30:34.738" v="1283" actId="20577"/>
          <ac:spMkLst>
            <pc:docMk/>
            <pc:sldMk cId="1339510009" sldId="262"/>
            <ac:spMk id="3" creationId="{9579ED93-5D4B-BDB6-110A-BF011A626D65}"/>
          </ac:spMkLst>
        </pc:spChg>
        <pc:spChg chg="mod">
          <ac:chgData name="Andreina Peña" userId="dcf4f4c48850d461" providerId="Windows Live" clId="Web-{9E7946F5-131A-A147-69E3-2F47A870B5D5}" dt="2026-05-26T02:01:46.680" v="628" actId="14100"/>
          <ac:spMkLst>
            <pc:docMk/>
            <pc:sldMk cId="1339510009" sldId="262"/>
            <ac:spMk id="4" creationId="{6BEB0291-7F46-4391-A816-29153846A29A}"/>
          </ac:spMkLst>
        </pc:spChg>
        <pc:spChg chg="mod">
          <ac:chgData name="Andreina Peña" userId="dcf4f4c48850d461" providerId="Windows Live" clId="Web-{9E7946F5-131A-A147-69E3-2F47A870B5D5}" dt="2026-05-26T02:01:50.118" v="629" actId="1076"/>
          <ac:spMkLst>
            <pc:docMk/>
            <pc:sldMk cId="1339510009" sldId="262"/>
            <ac:spMk id="5" creationId="{416A7ACB-50A7-4A03-A220-D0DF42CFA012}"/>
          </ac:spMkLst>
        </pc:spChg>
        <pc:spChg chg="del mod">
          <ac:chgData name="Andreina Peña" userId="dcf4f4c48850d461" providerId="Windows Live" clId="Web-{9E7946F5-131A-A147-69E3-2F47A870B5D5}" dt="2026-05-26T01:56:02.511" v="588"/>
          <ac:spMkLst>
            <pc:docMk/>
            <pc:sldMk cId="1339510009" sldId="262"/>
            <ac:spMk id="6" creationId="{DFE864D1-F085-49CF-921C-A3662265A35D}"/>
          </ac:spMkLst>
        </pc:spChg>
        <pc:spChg chg="add mod">
          <ac:chgData name="Andreina Peña" userId="dcf4f4c48850d461" providerId="Windows Live" clId="Web-{9E7946F5-131A-A147-69E3-2F47A870B5D5}" dt="2026-05-26T03:28:23.559" v="1279" actId="20577"/>
          <ac:spMkLst>
            <pc:docMk/>
            <pc:sldMk cId="1339510009" sldId="262"/>
            <ac:spMk id="7" creationId="{2728B76B-2D7B-9655-5ADD-4A16E88F1FC1}"/>
          </ac:spMkLst>
        </pc:spChg>
        <pc:spChg chg="mod">
          <ac:chgData name="Andreina Peña" userId="dcf4f4c48850d461" providerId="Windows Live" clId="Web-{9E7946F5-131A-A147-69E3-2F47A870B5D5}" dt="2026-05-26T02:11:39.516" v="729" actId="1076"/>
          <ac:spMkLst>
            <pc:docMk/>
            <pc:sldMk cId="1339510009" sldId="262"/>
            <ac:spMk id="8" creationId="{5C417C00-CCD7-4C4A-BD54-5C13CB44EF12}"/>
          </ac:spMkLst>
        </pc:spChg>
        <pc:spChg chg="mod">
          <ac:chgData name="Andreina Peña" userId="dcf4f4c48850d461" providerId="Windows Live" clId="Web-{9E7946F5-131A-A147-69E3-2F47A870B5D5}" dt="2026-05-26T02:11:21.437" v="726" actId="20577"/>
          <ac:spMkLst>
            <pc:docMk/>
            <pc:sldMk cId="1339510009" sldId="262"/>
            <ac:spMk id="9" creationId="{E7AE7E2B-1A7F-4DCC-9A6E-61165F035D0D}"/>
          </ac:spMkLst>
        </pc:spChg>
        <pc:spChg chg="mod">
          <ac:chgData name="Andreina Peña" userId="dcf4f4c48850d461" providerId="Windows Live" clId="Web-{9E7946F5-131A-A147-69E3-2F47A870B5D5}" dt="2026-05-26T02:11:26.125" v="727" actId="20577"/>
          <ac:spMkLst>
            <pc:docMk/>
            <pc:sldMk cId="1339510009" sldId="262"/>
            <ac:spMk id="10" creationId="{B3C57198-C856-4920-A0EE-0B2B78121DB3}"/>
          </ac:spMkLst>
        </pc:spChg>
        <pc:spChg chg="add del mod">
          <ac:chgData name="Andreina Peña" userId="dcf4f4c48850d461" providerId="Windows Live" clId="Web-{9E7946F5-131A-A147-69E3-2F47A870B5D5}" dt="2026-05-26T02:04:54.297" v="671"/>
          <ac:spMkLst>
            <pc:docMk/>
            <pc:sldMk cId="1339510009" sldId="262"/>
            <ac:spMk id="12" creationId="{39EEFF2E-DC50-8C5E-5171-1B45BDA4C3C8}"/>
          </ac:spMkLst>
        </pc:spChg>
        <pc:spChg chg="add mod">
          <ac:chgData name="Andreina Peña" userId="dcf4f4c48850d461" providerId="Windows Live" clId="Web-{9E7946F5-131A-A147-69E3-2F47A870B5D5}" dt="2026-05-26T02:08:51.978" v="709"/>
          <ac:spMkLst>
            <pc:docMk/>
            <pc:sldMk cId="1339510009" sldId="262"/>
            <ac:spMk id="13" creationId="{6B703154-07BA-6F26-4DB3-924DECC4AB7A}"/>
          </ac:spMkLst>
        </pc:spChg>
        <pc:spChg chg="add mod">
          <ac:chgData name="Andreina Peña" userId="dcf4f4c48850d461" providerId="Windows Live" clId="Web-{9E7946F5-131A-A147-69E3-2F47A870B5D5}" dt="2026-05-26T02:08:34.665" v="708" actId="1076"/>
          <ac:spMkLst>
            <pc:docMk/>
            <pc:sldMk cId="1339510009" sldId="262"/>
            <ac:spMk id="14" creationId="{781627BB-8B32-B28D-3CF9-2CFC9779D535}"/>
          </ac:spMkLst>
        </pc:spChg>
        <pc:spChg chg="add del mod">
          <ac:chgData name="Andreina Peña" userId="dcf4f4c48850d461" providerId="Windows Live" clId="Web-{9E7946F5-131A-A147-69E3-2F47A870B5D5}" dt="2026-05-26T01:56:19.934" v="594"/>
          <ac:spMkLst>
            <pc:docMk/>
            <pc:sldMk cId="1339510009" sldId="262"/>
            <ac:spMk id="15" creationId="{82D64451-D2B5-70E2-92DA-D5BE62543A44}"/>
          </ac:spMkLst>
        </pc:spChg>
        <pc:spChg chg="add del mod">
          <ac:chgData name="Andreina Peña" userId="dcf4f4c48850d461" providerId="Windows Live" clId="Web-{9E7946F5-131A-A147-69E3-2F47A870B5D5}" dt="2026-05-26T01:56:43.450" v="597"/>
          <ac:spMkLst>
            <pc:docMk/>
            <pc:sldMk cId="1339510009" sldId="262"/>
            <ac:spMk id="16" creationId="{F3A632C7-8126-AEA5-6F10-FD80E07A56BF}"/>
          </ac:spMkLst>
        </pc:spChg>
        <pc:spChg chg="add del mod">
          <ac:chgData name="Andreina Peña" userId="dcf4f4c48850d461" providerId="Windows Live" clId="Web-{9E7946F5-131A-A147-69E3-2F47A870B5D5}" dt="2026-05-26T02:02:50.495" v="643"/>
          <ac:spMkLst>
            <pc:docMk/>
            <pc:sldMk cId="1339510009" sldId="262"/>
            <ac:spMk id="17" creationId="{C4EF1AC2-AFB8-B73F-4BFE-3C32989A3B6A}"/>
          </ac:spMkLst>
        </pc:spChg>
        <pc:spChg chg="add del mod">
          <ac:chgData name="Andreina Peña" userId="dcf4f4c48850d461" providerId="Windows Live" clId="Web-{9E7946F5-131A-A147-69E3-2F47A870B5D5}" dt="2026-05-26T02:03:00.527" v="647"/>
          <ac:spMkLst>
            <pc:docMk/>
            <pc:sldMk cId="1339510009" sldId="262"/>
            <ac:spMk id="19" creationId="{6E49D620-888C-E18E-518D-E792F1D20E56}"/>
          </ac:spMkLst>
        </pc:spChg>
        <pc:spChg chg="add del">
          <ac:chgData name="Andreina Peña" userId="dcf4f4c48850d461" providerId="Windows Live" clId="Web-{9E7946F5-131A-A147-69E3-2F47A870B5D5}" dt="2026-05-26T02:02:52.495" v="645"/>
          <ac:spMkLst>
            <pc:docMk/>
            <pc:sldMk cId="1339510009" sldId="262"/>
            <ac:spMk id="21" creationId="{137D531F-E322-C17B-B228-8B7B087D2A7D}"/>
          </ac:spMkLst>
        </pc:spChg>
        <pc:spChg chg="add mod">
          <ac:chgData name="Andreina Peña" userId="dcf4f4c48850d461" providerId="Windows Live" clId="Web-{9E7946F5-131A-A147-69E3-2F47A870B5D5}" dt="2026-05-26T03:31:04.490" v="1286" actId="1076"/>
          <ac:spMkLst>
            <pc:docMk/>
            <pc:sldMk cId="1339510009" sldId="262"/>
            <ac:spMk id="22" creationId="{32A4F091-15A4-2258-4AA4-AC4D2F1E184D}"/>
          </ac:spMkLst>
        </pc:spChg>
        <pc:spChg chg="add del mod">
          <ac:chgData name="Andreina Peña" userId="dcf4f4c48850d461" providerId="Windows Live" clId="Web-{9E7946F5-131A-A147-69E3-2F47A870B5D5}" dt="2026-05-26T02:05:42.470" v="681"/>
          <ac:spMkLst>
            <pc:docMk/>
            <pc:sldMk cId="1339510009" sldId="262"/>
            <ac:spMk id="23" creationId="{187133B4-6395-2849-623D-DC72DF7491E0}"/>
          </ac:spMkLst>
        </pc:spChg>
        <pc:spChg chg="add mod">
          <ac:chgData name="Andreina Peña" userId="dcf4f4c48850d461" providerId="Windows Live" clId="Web-{9E7946F5-131A-A147-69E3-2F47A870B5D5}" dt="2026-05-26T03:30:53.770" v="1284" actId="20577"/>
          <ac:spMkLst>
            <pc:docMk/>
            <pc:sldMk cId="1339510009" sldId="262"/>
            <ac:spMk id="24" creationId="{BD54AEC9-D952-FC41-D2B5-340855787860}"/>
          </ac:spMkLst>
        </pc:spChg>
        <pc:spChg chg="add mod">
          <ac:chgData name="Andreina Peña" userId="dcf4f4c48850d461" providerId="Windows Live" clId="Web-{9E7946F5-131A-A147-69E3-2F47A870B5D5}" dt="2026-05-26T02:06:21.909" v="687" actId="1076"/>
          <ac:spMkLst>
            <pc:docMk/>
            <pc:sldMk cId="1339510009" sldId="262"/>
            <ac:spMk id="25" creationId="{45158EC1-D05F-67AF-7584-8FAA1AEB1E84}"/>
          </ac:spMkLst>
        </pc:spChg>
        <pc:spChg chg="add mod">
          <ac:chgData name="Andreina Peña" userId="dcf4f4c48850d461" providerId="Windows Live" clId="Web-{9E7946F5-131A-A147-69E3-2F47A870B5D5}" dt="2026-05-26T02:07:14.349" v="694" actId="1076"/>
          <ac:spMkLst>
            <pc:docMk/>
            <pc:sldMk cId="1339510009" sldId="262"/>
            <ac:spMk id="26" creationId="{7B838DF5-76BC-AE6D-E29E-C4B03749064D}"/>
          </ac:spMkLst>
        </pc:spChg>
        <pc:spChg chg="add mod">
          <ac:chgData name="Andreina Peña" userId="dcf4f4c48850d461" providerId="Windows Live" clId="Web-{9E7946F5-131A-A147-69E3-2F47A870B5D5}" dt="2026-05-26T03:31:11.912" v="1287" actId="1076"/>
          <ac:spMkLst>
            <pc:docMk/>
            <pc:sldMk cId="1339510009" sldId="262"/>
            <ac:spMk id="27" creationId="{C9B01DF9-C336-515D-64BC-0856E02CF69B}"/>
          </ac:spMkLst>
        </pc:spChg>
        <pc:picChg chg="mod">
          <ac:chgData name="Andreina Peña" userId="dcf4f4c48850d461" providerId="Windows Live" clId="Web-{9E7946F5-131A-A147-69E3-2F47A870B5D5}" dt="2026-05-26T02:09:10.354" v="712" actId="1076"/>
          <ac:picMkLst>
            <pc:docMk/>
            <pc:sldMk cId="1339510009" sldId="262"/>
            <ac:picMk id="11" creationId="{1F50A2B6-C738-49C3-A300-F9E4DBACD7DB}"/>
          </ac:picMkLst>
        </pc:picChg>
      </pc:sldChg>
      <pc:sldChg chg="addSp delSp modSp addAnim modAnim">
        <pc:chgData name="Andreina Peña" userId="dcf4f4c48850d461" providerId="Windows Live" clId="Web-{9E7946F5-131A-A147-69E3-2F47A870B5D5}" dt="2026-05-26T04:10:49.519" v="1552"/>
        <pc:sldMkLst>
          <pc:docMk/>
          <pc:sldMk cId="350534871" sldId="263"/>
        </pc:sldMkLst>
        <pc:spChg chg="add del mod">
          <ac:chgData name="Andreina Peña" userId="dcf4f4c48850d461" providerId="Windows Live" clId="Web-{9E7946F5-131A-A147-69E3-2F47A870B5D5}" dt="2026-05-26T02:17:06.904" v="766"/>
          <ac:spMkLst>
            <pc:docMk/>
            <pc:sldMk cId="350534871" sldId="263"/>
            <ac:spMk id="2" creationId="{030A34ED-932A-12E1-62DE-C9B1B931CA17}"/>
          </ac:spMkLst>
        </pc:spChg>
        <pc:spChg chg="add del mod">
          <ac:chgData name="Andreina Peña" userId="dcf4f4c48850d461" providerId="Windows Live" clId="Web-{9E7946F5-131A-A147-69E3-2F47A870B5D5}" dt="2026-05-26T02:54:21.793" v="1126"/>
          <ac:spMkLst>
            <pc:docMk/>
            <pc:sldMk cId="350534871" sldId="263"/>
            <ac:spMk id="2" creationId="{FE7457B5-AA47-D587-D5AC-81B75C86A7DD}"/>
          </ac:spMkLst>
        </pc:spChg>
        <pc:spChg chg="add del mod">
          <ac:chgData name="Andreina Peña" userId="dcf4f4c48850d461" providerId="Windows Live" clId="Web-{9E7946F5-131A-A147-69E3-2F47A870B5D5}" dt="2026-05-26T03:32:23.775" v="1292"/>
          <ac:spMkLst>
            <pc:docMk/>
            <pc:sldMk cId="350534871" sldId="263"/>
            <ac:spMk id="3" creationId="{976EAF45-C4B2-B5FC-EE68-9757D54B7CF3}"/>
          </ac:spMkLst>
        </pc:spChg>
        <pc:spChg chg="del mod">
          <ac:chgData name="Andreina Peña" userId="dcf4f4c48850d461" providerId="Windows Live" clId="Web-{9E7946F5-131A-A147-69E3-2F47A870B5D5}" dt="2026-05-26T02:27:03.161" v="865"/>
          <ac:spMkLst>
            <pc:docMk/>
            <pc:sldMk cId="350534871" sldId="263"/>
            <ac:spMk id="4" creationId="{4D153618-D18E-4C69-B16C-632DFCD7143F}"/>
          </ac:spMkLst>
        </pc:spChg>
        <pc:spChg chg="add del">
          <ac:chgData name="Andreina Peña" userId="dcf4f4c48850d461" providerId="Windows Live" clId="Web-{9E7946F5-131A-A147-69E3-2F47A870B5D5}" dt="2026-05-26T02:46:38.590" v="917"/>
          <ac:spMkLst>
            <pc:docMk/>
            <pc:sldMk cId="350534871" sldId="263"/>
            <ac:spMk id="4" creationId="{8D667EB0-FCA7-9F42-D2BD-62F208F25AAD}"/>
          </ac:spMkLst>
        </pc:spChg>
        <pc:spChg chg="add del mod">
          <ac:chgData name="Andreina Peña" userId="dcf4f4c48850d461" providerId="Windows Live" clId="Web-{9E7946F5-131A-A147-69E3-2F47A870B5D5}" dt="2026-05-26T02:49:41.776" v="982"/>
          <ac:spMkLst>
            <pc:docMk/>
            <pc:sldMk cId="350534871" sldId="263"/>
            <ac:spMk id="5" creationId="{EA73038D-A737-E9AC-BDC6-3E22C32AE440}"/>
          </ac:spMkLst>
        </pc:spChg>
        <pc:spChg chg="add del">
          <ac:chgData name="Andreina Peña" userId="dcf4f4c48850d461" providerId="Windows Live" clId="Web-{9E7946F5-131A-A147-69E3-2F47A870B5D5}" dt="2026-05-26T02:50:21.247" v="985"/>
          <ac:spMkLst>
            <pc:docMk/>
            <pc:sldMk cId="350534871" sldId="263"/>
            <ac:spMk id="6" creationId="{2C707303-E9C4-BD75-00A1-159EF7D2E085}"/>
          </ac:spMkLst>
        </pc:spChg>
        <pc:spChg chg="del mod">
          <ac:chgData name="Andreina Peña" userId="dcf4f4c48850d461" providerId="Windows Live" clId="Web-{9E7946F5-131A-A147-69E3-2F47A870B5D5}" dt="2026-05-26T02:29:02.760" v="879"/>
          <ac:spMkLst>
            <pc:docMk/>
            <pc:sldMk cId="350534871" sldId="263"/>
            <ac:spMk id="6" creationId="{AF9D6203-073E-458B-A402-8C3097701ECA}"/>
          </ac:spMkLst>
        </pc:spChg>
        <pc:spChg chg="add mod">
          <ac:chgData name="Andreina Peña" userId="dcf4f4c48850d461" providerId="Windows Live" clId="Web-{9E7946F5-131A-A147-69E3-2F47A870B5D5}" dt="2026-05-26T03:31:33.538" v="1288" actId="20577"/>
          <ac:spMkLst>
            <pc:docMk/>
            <pc:sldMk cId="350534871" sldId="263"/>
            <ac:spMk id="8" creationId="{32ECBED3-8A07-1605-9A92-044E3D9CC7C7}"/>
          </ac:spMkLst>
        </pc:spChg>
        <pc:spChg chg="add del mod">
          <ac:chgData name="Andreina Peña" userId="dcf4f4c48850d461" providerId="Windows Live" clId="Web-{9E7946F5-131A-A147-69E3-2F47A870B5D5}" dt="2026-05-26T03:32:25.259" v="1293"/>
          <ac:spMkLst>
            <pc:docMk/>
            <pc:sldMk cId="350534871" sldId="263"/>
            <ac:spMk id="9" creationId="{2FA8DB7F-A18B-38BF-ED21-8229C10E7A82}"/>
          </ac:spMkLst>
        </pc:spChg>
        <pc:spChg chg="add del mod">
          <ac:chgData name="Andreina Peña" userId="dcf4f4c48850d461" providerId="Windows Live" clId="Web-{9E7946F5-131A-A147-69E3-2F47A870B5D5}" dt="2026-05-26T03:32:27.166" v="1294"/>
          <ac:spMkLst>
            <pc:docMk/>
            <pc:sldMk cId="350534871" sldId="263"/>
            <ac:spMk id="10" creationId="{6F6B0646-C686-4D3C-824C-170426859E2E}"/>
          </ac:spMkLst>
        </pc:spChg>
        <pc:spChg chg="add mod">
          <ac:chgData name="Andreina Peña" userId="dcf4f4c48850d461" providerId="Windows Live" clId="Web-{9E7946F5-131A-A147-69E3-2F47A870B5D5}" dt="2026-05-26T03:33:23.137" v="1300" actId="1076"/>
          <ac:spMkLst>
            <pc:docMk/>
            <pc:sldMk cId="350534871" sldId="263"/>
            <ac:spMk id="11" creationId="{96004625-1E5C-BF67-7E2A-D2152BE5F2FA}"/>
          </ac:spMkLst>
        </pc:spChg>
        <pc:spChg chg="add mod">
          <ac:chgData name="Andreina Peña" userId="dcf4f4c48850d461" providerId="Windows Live" clId="Web-{9E7946F5-131A-A147-69E3-2F47A870B5D5}" dt="2026-05-26T03:32:36.307" v="1296" actId="1076"/>
          <ac:spMkLst>
            <pc:docMk/>
            <pc:sldMk cId="350534871" sldId="263"/>
            <ac:spMk id="12" creationId="{65CA0227-F91F-9DE7-9BAD-2A4A466398DB}"/>
          </ac:spMkLst>
        </pc:spChg>
        <pc:spChg chg="add mod">
          <ac:chgData name="Andreina Peña" userId="dcf4f4c48850d461" providerId="Windows Live" clId="Web-{9E7946F5-131A-A147-69E3-2F47A870B5D5}" dt="2026-05-26T02:55:28.109" v="1137" actId="1076"/>
          <ac:spMkLst>
            <pc:docMk/>
            <pc:sldMk cId="350534871" sldId="263"/>
            <ac:spMk id="13" creationId="{35AC4B25-C158-7221-020A-CC0FD2AE1861}"/>
          </ac:spMkLst>
        </pc:spChg>
        <pc:spChg chg="add mod">
          <ac:chgData name="Andreina Peña" userId="dcf4f4c48850d461" providerId="Windows Live" clId="Web-{9E7946F5-131A-A147-69E3-2F47A870B5D5}" dt="2026-05-26T02:57:23.990" v="1175" actId="1076"/>
          <ac:spMkLst>
            <pc:docMk/>
            <pc:sldMk cId="350534871" sldId="263"/>
            <ac:spMk id="14" creationId="{EAA58F1E-9687-5C6B-7B86-08D2EB775990}"/>
          </ac:spMkLst>
        </pc:spChg>
        <pc:spChg chg="add mod">
          <ac:chgData name="Andreina Peña" userId="dcf4f4c48850d461" providerId="Windows Live" clId="Web-{9E7946F5-131A-A147-69E3-2F47A870B5D5}" dt="2026-05-26T02:57:53.522" v="1182" actId="1076"/>
          <ac:spMkLst>
            <pc:docMk/>
            <pc:sldMk cId="350534871" sldId="263"/>
            <ac:spMk id="15" creationId="{C6D84089-1BE9-7519-07A3-BFC5A0EE2AB4}"/>
          </ac:spMkLst>
        </pc:spChg>
        <pc:spChg chg="add del mod">
          <ac:chgData name="Andreina Peña" userId="dcf4f4c48850d461" providerId="Windows Live" clId="Web-{9E7946F5-131A-A147-69E3-2F47A870B5D5}" dt="2026-05-26T02:50:24.935" v="987"/>
          <ac:spMkLst>
            <pc:docMk/>
            <pc:sldMk cId="350534871" sldId="263"/>
            <ac:spMk id="16" creationId="{27D997B7-13B4-E52F-E3CB-FCB01F2F411E}"/>
          </ac:spMkLst>
        </pc:spChg>
        <pc:spChg chg="add del mod">
          <ac:chgData name="Andreina Peña" userId="dcf4f4c48850d461" providerId="Windows Live" clId="Web-{9E7946F5-131A-A147-69E3-2F47A870B5D5}" dt="2026-05-26T02:51:16.720" v="992"/>
          <ac:spMkLst>
            <pc:docMk/>
            <pc:sldMk cId="350534871" sldId="263"/>
            <ac:spMk id="17" creationId="{5B4720DA-FFD1-1623-B797-3E68D5427AD0}"/>
          </ac:spMkLst>
        </pc:spChg>
        <pc:spChg chg="add mod">
          <ac:chgData name="Andreina Peña" userId="dcf4f4c48850d461" providerId="Windows Live" clId="Web-{9E7946F5-131A-A147-69E3-2F47A870B5D5}" dt="2026-05-26T02:57:39.334" v="1179" actId="1076"/>
          <ac:spMkLst>
            <pc:docMk/>
            <pc:sldMk cId="350534871" sldId="263"/>
            <ac:spMk id="18" creationId="{FB6CFB48-9470-EF6E-00C7-C5C33A53EE5E}"/>
          </ac:spMkLst>
        </pc:spChg>
        <pc:spChg chg="add del mod">
          <ac:chgData name="Andreina Peña" userId="dcf4f4c48850d461" providerId="Windows Live" clId="Web-{9E7946F5-131A-A147-69E3-2F47A870B5D5}" dt="2026-05-26T03:02:40.998" v="1194"/>
          <ac:spMkLst>
            <pc:docMk/>
            <pc:sldMk cId="350534871" sldId="263"/>
            <ac:spMk id="20" creationId="{D0A2C11D-792F-871D-118B-0CD8A00A21D9}"/>
          </ac:spMkLst>
        </pc:spChg>
        <pc:picChg chg="del mod">
          <ac:chgData name="Andreina Peña" userId="dcf4f4c48850d461" providerId="Windows Live" clId="Web-{9E7946F5-131A-A147-69E3-2F47A870B5D5}" dt="2026-05-26T02:27:12.896" v="867"/>
          <ac:picMkLst>
            <pc:docMk/>
            <pc:sldMk cId="350534871" sldId="263"/>
            <ac:picMk id="5" creationId="{ABDD1230-E929-408A-B18F-C80AB0A9B8A5}"/>
          </ac:picMkLst>
        </pc:picChg>
        <pc:picChg chg="mod">
          <ac:chgData name="Andreina Peña" userId="dcf4f4c48850d461" providerId="Windows Live" clId="Web-{9E7946F5-131A-A147-69E3-2F47A870B5D5}" dt="2026-05-26T03:02:52.999" v="1196" actId="1076"/>
          <ac:picMkLst>
            <pc:docMk/>
            <pc:sldMk cId="350534871" sldId="263"/>
            <ac:picMk id="7" creationId="{CABE4306-D1B2-4F28-AE2E-B2A4CAF46ADC}"/>
          </ac:picMkLst>
        </pc:picChg>
        <pc:picChg chg="add mod">
          <ac:chgData name="Andreina Peña" userId="dcf4f4c48850d461" providerId="Windows Live" clId="Web-{9E7946F5-131A-A147-69E3-2F47A870B5D5}" dt="2026-05-26T03:33:16.184" v="1299" actId="1076"/>
          <ac:picMkLst>
            <pc:docMk/>
            <pc:sldMk cId="350534871" sldId="263"/>
            <ac:picMk id="19" creationId="{91750F69-D6F7-3F67-DA81-FB5C258DC681}"/>
          </ac:picMkLst>
        </pc:picChg>
      </pc:sldChg>
    </pc:docChg>
  </pc:docChgLst>
  <pc:docChgLst>
    <pc:chgData name="Andreina Peña" userId="dcf4f4c48850d461" providerId="Windows Live" clId="Web-{63978C92-8F2B-D278-2002-A5CCC85728EA}"/>
    <pc:docChg chg="addSld delSld modSld">
      <pc:chgData name="Andreina Peña" userId="dcf4f4c48850d461" providerId="Windows Live" clId="Web-{63978C92-8F2B-D278-2002-A5CCC85728EA}" dt="2026-05-26T05:51:04.229" v="428"/>
      <pc:docMkLst>
        <pc:docMk/>
      </pc:docMkLst>
      <pc:sldChg chg="del">
        <pc:chgData name="Andreina Peña" userId="dcf4f4c48850d461" providerId="Windows Live" clId="Web-{63978C92-8F2B-D278-2002-A5CCC85728EA}" dt="2026-05-26T05:32:12.311" v="389"/>
        <pc:sldMkLst>
          <pc:docMk/>
          <pc:sldMk cId="2490650082" sldId="256"/>
        </pc:sldMkLst>
      </pc:sldChg>
      <pc:sldChg chg="modTransition">
        <pc:chgData name="Andreina Peña" userId="dcf4f4c48850d461" providerId="Windows Live" clId="Web-{63978C92-8F2B-D278-2002-A5CCC85728EA}" dt="2026-05-26T05:36:39.272" v="394"/>
        <pc:sldMkLst>
          <pc:docMk/>
          <pc:sldMk cId="456614545" sldId="257"/>
        </pc:sldMkLst>
      </pc:sldChg>
      <pc:sldChg chg="modTransition addAnim delAnim">
        <pc:chgData name="Andreina Peña" userId="dcf4f4c48850d461" providerId="Windows Live" clId="Web-{63978C92-8F2B-D278-2002-A5CCC85728EA}" dt="2026-05-26T05:51:04.229" v="428"/>
        <pc:sldMkLst>
          <pc:docMk/>
          <pc:sldMk cId="1174604717" sldId="258"/>
        </pc:sldMkLst>
      </pc:sldChg>
      <pc:sldChg chg="addSp modSp addAnim">
        <pc:chgData name="Andreina Peña" userId="dcf4f4c48850d461" providerId="Windows Live" clId="Web-{63978C92-8F2B-D278-2002-A5CCC85728EA}" dt="2026-05-26T05:31:10.153" v="386"/>
        <pc:sldMkLst>
          <pc:docMk/>
          <pc:sldMk cId="3832779297" sldId="259"/>
        </pc:sldMkLst>
        <pc:picChg chg="add mod">
          <ac:chgData name="Andreina Peña" userId="dcf4f4c48850d461" providerId="Windows Live" clId="Web-{63978C92-8F2B-D278-2002-A5CCC85728EA}" dt="2026-05-26T05:30:28.026" v="385" actId="1076"/>
          <ac:picMkLst>
            <pc:docMk/>
            <pc:sldMk cId="3832779297" sldId="259"/>
            <ac:picMk id="2" creationId="{A4D05396-1863-6C03-0F3C-015306E284D3}"/>
          </ac:picMkLst>
        </pc:picChg>
      </pc:sldChg>
      <pc:sldChg chg="addSp modSp modTransition addAnim">
        <pc:chgData name="Andreina Peña" userId="dcf4f4c48850d461" providerId="Windows Live" clId="Web-{63978C92-8F2B-D278-2002-A5CCC85728EA}" dt="2026-05-26T05:49:37.398" v="422"/>
        <pc:sldMkLst>
          <pc:docMk/>
          <pc:sldMk cId="1665547996" sldId="260"/>
        </pc:sldMkLst>
        <pc:spChg chg="mod">
          <ac:chgData name="Andreina Peña" userId="dcf4f4c48850d461" providerId="Windows Live" clId="Web-{63978C92-8F2B-D278-2002-A5CCC85728EA}" dt="2026-05-26T05:15:57.789" v="210" actId="20577"/>
          <ac:spMkLst>
            <pc:docMk/>
            <pc:sldMk cId="1665547996" sldId="260"/>
            <ac:spMk id="8" creationId="{17B4BCD5-CE00-4E13-8EB5-CAAF1F1C2F78}"/>
          </ac:spMkLst>
        </pc:spChg>
        <pc:spChg chg="mod">
          <ac:chgData name="Andreina Peña" userId="dcf4f4c48850d461" providerId="Windows Live" clId="Web-{63978C92-8F2B-D278-2002-A5CCC85728EA}" dt="2026-05-26T05:15:46.148" v="209" actId="20577"/>
          <ac:spMkLst>
            <pc:docMk/>
            <pc:sldMk cId="1665547996" sldId="260"/>
            <ac:spMk id="21" creationId="{A281B94A-D9E6-904E-F100-AD2F96B54806}"/>
          </ac:spMkLst>
        </pc:spChg>
        <pc:picChg chg="add mod">
          <ac:chgData name="Andreina Peña" userId="dcf4f4c48850d461" providerId="Windows Live" clId="Web-{63978C92-8F2B-D278-2002-A5CCC85728EA}" dt="2026-05-26T05:05:42.477" v="2" actId="1076"/>
          <ac:picMkLst>
            <pc:docMk/>
            <pc:sldMk cId="1665547996" sldId="260"/>
            <ac:picMk id="2" creationId="{E1E0CD9F-521E-91FA-283C-33867ABB9FAB}"/>
          </ac:picMkLst>
        </pc:picChg>
      </pc:sldChg>
      <pc:sldChg chg="modTransition addAnim">
        <pc:chgData name="Andreina Peña" userId="dcf4f4c48850d461" providerId="Windows Live" clId="Web-{63978C92-8F2B-D278-2002-A5CCC85728EA}" dt="2026-05-26T05:48:42.565" v="417"/>
        <pc:sldMkLst>
          <pc:docMk/>
          <pc:sldMk cId="3821865452" sldId="261"/>
        </pc:sldMkLst>
      </pc:sldChg>
      <pc:sldChg chg="addSp delSp modSp modTransition addAnim delAnim">
        <pc:chgData name="Andreina Peña" userId="dcf4f4c48850d461" providerId="Windows Live" clId="Web-{63978C92-8F2B-D278-2002-A5CCC85728EA}" dt="2026-05-26T05:47:44.173" v="412"/>
        <pc:sldMkLst>
          <pc:docMk/>
          <pc:sldMk cId="1339510009" sldId="262"/>
        </pc:sldMkLst>
        <pc:spChg chg="add del">
          <ac:chgData name="Andreina Peña" userId="dcf4f4c48850d461" providerId="Windows Live" clId="Web-{63978C92-8F2B-D278-2002-A5CCC85728EA}" dt="2026-05-26T05:16:11.383" v="212"/>
          <ac:spMkLst>
            <pc:docMk/>
            <pc:sldMk cId="1339510009" sldId="262"/>
            <ac:spMk id="2" creationId="{82F09A99-EA0C-62AD-1123-866C7236F89A}"/>
          </ac:spMkLst>
        </pc:spChg>
        <pc:spChg chg="mod">
          <ac:chgData name="Andreina Peña" userId="dcf4f4c48850d461" providerId="Windows Live" clId="Web-{63978C92-8F2B-D278-2002-A5CCC85728EA}" dt="2026-05-26T05:20:38.906" v="271" actId="20577"/>
          <ac:spMkLst>
            <pc:docMk/>
            <pc:sldMk cId="1339510009" sldId="262"/>
            <ac:spMk id="8" creationId="{5C417C00-CCD7-4C4A-BD54-5C13CB44EF12}"/>
          </ac:spMkLst>
        </pc:spChg>
        <pc:picChg chg="add mod">
          <ac:chgData name="Andreina Peña" userId="dcf4f4c48850d461" providerId="Windows Live" clId="Web-{63978C92-8F2B-D278-2002-A5CCC85728EA}" dt="2026-05-26T05:23:30.912" v="278" actId="1076"/>
          <ac:picMkLst>
            <pc:docMk/>
            <pc:sldMk cId="1339510009" sldId="262"/>
            <ac:picMk id="6" creationId="{CB356D9A-32F1-EE3C-8907-3DC6FC6A9444}"/>
          </ac:picMkLst>
        </pc:picChg>
      </pc:sldChg>
      <pc:sldChg chg="modTransition addAnim">
        <pc:chgData name="Andreina Peña" userId="dcf4f4c48850d461" providerId="Windows Live" clId="Web-{63978C92-8F2B-D278-2002-A5CCC85728EA}" dt="2026-05-26T05:46:42.780" v="407"/>
        <pc:sldMkLst>
          <pc:docMk/>
          <pc:sldMk cId="350534871" sldId="263"/>
        </pc:sldMkLst>
      </pc:sldChg>
      <pc:sldChg chg="new del">
        <pc:chgData name="Andreina Peña" userId="dcf4f4c48850d461" providerId="Windows Live" clId="Web-{63978C92-8F2B-D278-2002-A5CCC85728EA}" dt="2026-05-26T05:06:02.822" v="4"/>
        <pc:sldMkLst>
          <pc:docMk/>
          <pc:sldMk cId="3255748011" sldId="264"/>
        </pc:sldMkLst>
      </pc:sldChg>
      <pc:sldChg chg="addSp delSp modSp new modTransition">
        <pc:chgData name="Andreina Peña" userId="dcf4f4c48850d461" providerId="Windows Live" clId="Web-{63978C92-8F2B-D278-2002-A5CCC85728EA}" dt="2026-05-26T05:43:54.321" v="403"/>
        <pc:sldMkLst>
          <pc:docMk/>
          <pc:sldMk cId="4176839553" sldId="264"/>
        </pc:sldMkLst>
        <pc:spChg chg="mod">
          <ac:chgData name="Andreina Peña" userId="dcf4f4c48850d461" providerId="Windows Live" clId="Web-{63978C92-8F2B-D278-2002-A5CCC85728EA}" dt="2026-05-26T05:09:16.284" v="45" actId="20577"/>
          <ac:spMkLst>
            <pc:docMk/>
            <pc:sldMk cId="4176839553" sldId="264"/>
            <ac:spMk id="2" creationId="{C4D7C45D-AF53-9376-B4E9-7C74A801D0F0}"/>
          </ac:spMkLst>
        </pc:spChg>
        <pc:spChg chg="del mod">
          <ac:chgData name="Andreina Peña" userId="dcf4f4c48850d461" providerId="Windows Live" clId="Web-{63978C92-8F2B-D278-2002-A5CCC85728EA}" dt="2026-05-26T05:11:08.367" v="96"/>
          <ac:spMkLst>
            <pc:docMk/>
            <pc:sldMk cId="4176839553" sldId="264"/>
            <ac:spMk id="3" creationId="{2ECA30B4-C369-62B7-30C5-403134C9F484}"/>
          </ac:spMkLst>
        </pc:spChg>
        <pc:spChg chg="add del mod">
          <ac:chgData name="Andreina Peña" userId="dcf4f4c48850d461" providerId="Windows Live" clId="Web-{63978C92-8F2B-D278-2002-A5CCC85728EA}" dt="2026-05-26T05:25:44.372" v="331"/>
          <ac:spMkLst>
            <pc:docMk/>
            <pc:sldMk cId="4176839553" sldId="264"/>
            <ac:spMk id="5" creationId="{D3F3F5BC-C1EB-542D-CB22-9392337AF5A8}"/>
          </ac:spMkLst>
        </pc:spChg>
        <pc:spChg chg="add mod">
          <ac:chgData name="Andreina Peña" userId="dcf4f4c48850d461" providerId="Windows Live" clId="Web-{63978C92-8F2B-D278-2002-A5CCC85728EA}" dt="2026-05-26T05:24:00.039" v="293" actId="20577"/>
          <ac:spMkLst>
            <pc:docMk/>
            <pc:sldMk cId="4176839553" sldId="264"/>
            <ac:spMk id="6" creationId="{4C7C93EF-B0CC-561D-5B7E-40AA8D561230}"/>
          </ac:spMkLst>
        </pc:spChg>
        <pc:spChg chg="add mod">
          <ac:chgData name="Andreina Peña" userId="dcf4f4c48850d461" providerId="Windows Live" clId="Web-{63978C92-8F2B-D278-2002-A5CCC85728EA}" dt="2026-05-26T05:26:59.128" v="370" actId="20577"/>
          <ac:spMkLst>
            <pc:docMk/>
            <pc:sldMk cId="4176839553" sldId="264"/>
            <ac:spMk id="7" creationId="{8A6D1697-CA49-5CC7-BFC1-2FE2674C92EF}"/>
          </ac:spMkLst>
        </pc:spChg>
      </pc:sldChg>
    </pc:docChg>
  </pc:docChgLst>
  <pc:docChgLst>
    <pc:chgData name="Andreina Peña" userId="dcf4f4c48850d461" providerId="Windows Live" clId="Web-{C2A01ED2-68EC-F718-91CC-CCEB5822BA93}"/>
    <pc:docChg chg="modSld">
      <pc:chgData name="Andreina Peña" userId="dcf4f4c48850d461" providerId="Windows Live" clId="Web-{C2A01ED2-68EC-F718-91CC-CCEB5822BA93}" dt="2026-05-26T04:43:53.018" v="22" actId="1076"/>
      <pc:docMkLst>
        <pc:docMk/>
      </pc:docMkLst>
      <pc:sldChg chg="addSp delSp modSp">
        <pc:chgData name="Andreina Peña" userId="dcf4f4c48850d461" providerId="Windows Live" clId="Web-{C2A01ED2-68EC-F718-91CC-CCEB5822BA93}" dt="2026-05-26T04:43:53.018" v="22" actId="1076"/>
        <pc:sldMkLst>
          <pc:docMk/>
          <pc:sldMk cId="1665547996" sldId="260"/>
        </pc:sldMkLst>
        <pc:spChg chg="mod">
          <ac:chgData name="Andreina Peña" userId="dcf4f4c48850d461" providerId="Windows Live" clId="Web-{C2A01ED2-68EC-F718-91CC-CCEB5822BA93}" dt="2026-05-26T04:43:27.751" v="20"/>
          <ac:spMkLst>
            <pc:docMk/>
            <pc:sldMk cId="1665547996" sldId="260"/>
            <ac:spMk id="5" creationId="{36DF13E2-CC5B-4235-9231-069E5C709E1A}"/>
          </ac:spMkLst>
        </pc:spChg>
        <pc:picChg chg="add del mod">
          <ac:chgData name="Andreina Peña" userId="dcf4f4c48850d461" providerId="Windows Live" clId="Web-{C2A01ED2-68EC-F718-91CC-CCEB5822BA93}" dt="2026-05-26T04:41:56.420" v="10"/>
          <ac:picMkLst>
            <pc:docMk/>
            <pc:sldMk cId="1665547996" sldId="260"/>
            <ac:picMk id="2" creationId="{3650C4B0-59CA-6CFE-2A04-AC601B787703}"/>
          </ac:picMkLst>
        </pc:picChg>
        <pc:picChg chg="add mod">
          <ac:chgData name="Andreina Peña" userId="dcf4f4c48850d461" providerId="Windows Live" clId="Web-{C2A01ED2-68EC-F718-91CC-CCEB5822BA93}" dt="2026-05-26T04:43:53.018" v="22" actId="1076"/>
          <ac:picMkLst>
            <pc:docMk/>
            <pc:sldMk cId="1665547996" sldId="260"/>
            <ac:picMk id="14" creationId="{43AE08F7-5EA7-5C40-3D2B-01395748B7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083E9-8CF8-4A63-B6D5-FA0D1CEB6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1820FE-83E4-4D7D-8594-EF549A4CA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51A473-3945-431B-AB9F-A48ABBCA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CE604F-11DA-4A81-8B83-7DA4AABB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48EC18-4F8D-47DF-9655-E266C0DE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816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766DB-13C7-4D0A-A67B-FDE46072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5DA684-B150-41A0-AD0C-6045664E3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5A4156-6A72-4B5E-905F-BF65C001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89962A-000E-45B6-A023-DD464B09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5F7C99-5EF8-449B-BB28-F53A08DD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223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DB1B2-B63E-43B4-8AD1-29BE79F3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A34291-BBB4-4131-849A-74E32DCD6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B5BCF-E392-4A6E-96E0-264DD11E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CD1B61-6DEF-47DE-B7C4-55BAD3FA8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EE135-ABF2-4F50-ACF6-0111076A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439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F35B3-D735-42C9-AFAD-69FEEBFC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509A26-0796-487B-B166-EA2A9AA70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972CA3-B71B-4FE2-B8DE-4EE32B05E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50EE2C-C04B-40BE-AE91-88A887C8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D28ED7-DAE5-415B-96BC-12462320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72773E-7C9D-495E-B359-A5AFBA99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499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8DBD7-FEE3-4780-8236-C208D762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E8DA51-4FB5-419A-A1F9-BBBB3E5F5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382786-233E-46E5-81C3-BF7C00AEE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E34075-DBE2-4E41-A781-E104D7044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D5EE0D7-A549-4CB1-920F-E70AB8CC2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FD4869-DEE0-49ED-B53A-DA38A7AF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DE1700C-2B43-4FB0-9DEC-872F3538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A824B9-0405-4091-9D23-619275D4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133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411EB-088E-437B-B3FC-F4D92F82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035AEC-3028-4E38-91A8-C83447D1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BD1959-49C3-45B4-8273-EF61E3E4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D4505AE-8C93-440F-B855-2299530E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265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6FE9EA-E6DD-4B57-AB2C-3366761E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697255-74DE-4109-924B-C82BA5FA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C04E27-6692-4A0A-BAD3-A70EA940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225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EF24E-BB09-4E13-84DC-A5B7FE746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47160-78F3-48FC-AF72-30ED2CDF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D60016-B3C4-4F71-95C6-A7442485C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A2B60F-8856-4B37-8BE0-8D54CB29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8F7DDC-124C-4B8B-9B87-C43938F6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4E2069-37B3-4E41-A428-0F9E958D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709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D3E3C-AE33-4506-8A6F-FFC0F50F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432B1F-77CC-49EB-8CE5-CFA43AB5C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E0E929-CDE4-4A75-9BA4-796C0FDF9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F86A73-9369-4CD7-81F4-1F23B225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E0C3E7-A33D-4303-B40C-EE5E730B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DFE3BF-C7D5-4CDE-BAF7-4B836CF7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382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2B23F-1997-47AA-9F02-C858DA96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BA7691-C6A8-4E41-B65C-653F235B9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5A5377-8C0E-4041-934E-308642C9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20924-3747-4D63-8B82-7E651046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2A6378-E44C-4245-B1DB-B0AA3230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565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FA2D16-B5FB-4983-BB92-77796F08A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4AB67B-3139-47E6-8F2F-7CF8FA7BD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9C01CC-3F72-4F23-BB6B-BA49BAB9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BE2AAA-BE75-4B0B-92CB-792ED4C3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9C197-B8CD-40EB-9A16-83D18C71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610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930C804-F8D7-463E-B243-B6C9247FA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98218C-D794-41C1-9B6D-EF61C28DA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E5E44-CB45-431C-97DE-901DDA8DD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54D08-B37C-438A-A7B9-F6B8F6FFD3CB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DC6899-156B-4516-BDF0-9B84A9305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FA307C-658E-4FEC-9980-E82FF40AC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78E9-B01D-4579-8A95-50026B9CC55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563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microsoft.com/office/2007/relationships/hdphoto" Target="../media/hdphoto2.wdp"/><Relationship Id="rId11" Type="http://schemas.openxmlformats.org/officeDocument/2006/relationships/slide" Target="slide2.xml"/><Relationship Id="rId5" Type="http://schemas.openxmlformats.org/officeDocument/2006/relationships/image" Target="../media/image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slide" Target="slide4.xml"/><Relationship Id="rId5" Type="http://schemas.openxmlformats.org/officeDocument/2006/relationships/slide" Target="slide2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slide" Target="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slide" Target="slide2.xml"/><Relationship Id="rId5" Type="http://schemas.openxmlformats.org/officeDocument/2006/relationships/slide" Target="slide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2.jpeg"/><Relationship Id="rId7" Type="http://schemas.openxmlformats.org/officeDocument/2006/relationships/slide" Target="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slide" Target="slide2.xml"/><Relationship Id="rId5" Type="http://schemas.openxmlformats.org/officeDocument/2006/relationships/slide" Target="slide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7C45D-AF53-9376-B4E9-7C74A801D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143" y="379502"/>
            <a:ext cx="10515600" cy="1325563"/>
          </a:xfrm>
        </p:spPr>
        <p:txBody>
          <a:bodyPr>
            <a:normAutofit/>
          </a:bodyPr>
          <a:lstStyle/>
          <a:p>
            <a:r>
              <a:rPr lang="es-ES" sz="6000">
                <a:ea typeface="Calibri Light"/>
                <a:cs typeface="Calibri Light"/>
              </a:rPr>
              <a:t>ASISTENTE VIRTUAL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7C93EF-B0CC-561D-5B7E-40AA8D561230}"/>
              </a:ext>
            </a:extLst>
          </p:cNvPr>
          <p:cNvSpPr txBox="1"/>
          <p:nvPr/>
        </p:nvSpPr>
        <p:spPr>
          <a:xfrm>
            <a:off x="2596249" y="4823873"/>
            <a:ext cx="893684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dirty="0">
                <a:ea typeface="Calibri"/>
                <a:cs typeface="Calibri"/>
              </a:rPr>
              <a:t>PEÑA URQUIOLA ESTEFANI,LAURA MELO </a:t>
            </a:r>
          </a:p>
          <a:p>
            <a:r>
              <a:rPr lang="es-ES" sz="4000" dirty="0">
                <a:ea typeface="Calibri"/>
                <a:cs typeface="Calibri"/>
              </a:rPr>
              <a:t>                              1102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A6D1697-CA49-5CC7-BFC1-2FE2674C92EF}"/>
              </a:ext>
            </a:extLst>
          </p:cNvPr>
          <p:cNvSpPr txBox="1"/>
          <p:nvPr/>
        </p:nvSpPr>
        <p:spPr>
          <a:xfrm>
            <a:off x="4426490" y="1310852"/>
            <a:ext cx="4741652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>
                <a:ea typeface="Calibri"/>
                <a:cs typeface="Calibri"/>
              </a:rPr>
              <a:t>IA COVERSACIONAL</a:t>
            </a:r>
          </a:p>
          <a:p>
            <a:r>
              <a:rPr lang="es-ES" sz="4400">
                <a:ea typeface="Calibri"/>
                <a:cs typeface="Calibri"/>
              </a:rPr>
              <a:t>           ALEXA</a:t>
            </a:r>
          </a:p>
        </p:txBody>
      </p:sp>
    </p:spTree>
    <p:extLst>
      <p:ext uri="{BB962C8B-B14F-4D97-AF65-F5344CB8AC3E}">
        <p14:creationId xmlns:p14="http://schemas.microsoft.com/office/powerpoint/2010/main" val="4176839553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F6A7D"/>
            </a:gs>
            <a:gs pos="50000">
              <a:srgbClr val="2F6A7D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500D0DA-B30A-4B2F-9BD7-42CF5BD5C48E}"/>
              </a:ext>
            </a:extLst>
          </p:cNvPr>
          <p:cNvSpPr txBox="1"/>
          <p:nvPr/>
        </p:nvSpPr>
        <p:spPr>
          <a:xfrm>
            <a:off x="1086957" y="2508372"/>
            <a:ext cx="38715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>
                <a:latin typeface="Bodoni MT" panose="02070603080606020203" pitchFamily="18" charset="0"/>
              </a:rPr>
              <a:t>1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.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 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2.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HISTORIA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 3.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APLICACIONES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 4.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VENTAJAS 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5.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DESVENTAJAS 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6.</a:t>
            </a:r>
            <a:r>
              <a:rPr lang="es-ES" sz="240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FUNCIONAMIENTO DEL MODELO</a:t>
            </a:r>
            <a:endParaRPr lang="es-CO" sz="2400">
              <a:solidFill>
                <a:schemeClr val="tx1">
                  <a:lumMod val="95000"/>
                  <a:lumOff val="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90E0C9-0A1B-EBE4-4AD4-C26C8719D938}"/>
              </a:ext>
            </a:extLst>
          </p:cNvPr>
          <p:cNvSpPr txBox="1"/>
          <p:nvPr/>
        </p:nvSpPr>
        <p:spPr>
          <a:xfrm>
            <a:off x="1094209" y="787695"/>
            <a:ext cx="285821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7200">
                <a:solidFill>
                  <a:schemeClr val="bg1"/>
                </a:solidFill>
                <a:ea typeface="Calibri"/>
                <a:cs typeface="Calibri"/>
              </a:rPr>
              <a:t>INDICE</a:t>
            </a:r>
          </a:p>
        </p:txBody>
      </p:sp>
    </p:spTree>
    <p:extLst>
      <p:ext uri="{BB962C8B-B14F-4D97-AF65-F5344CB8AC3E}">
        <p14:creationId xmlns:p14="http://schemas.microsoft.com/office/powerpoint/2010/main" val="4566145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0A1A63D-0372-4565-92E3-9A84B904E9B5}"/>
              </a:ext>
            </a:extLst>
          </p:cNvPr>
          <p:cNvSpPr txBox="1"/>
          <p:nvPr/>
        </p:nvSpPr>
        <p:spPr>
          <a:xfrm>
            <a:off x="440951" y="448531"/>
            <a:ext cx="3360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>
                <a:solidFill>
                  <a:srgbClr val="AC0000"/>
                </a:solidFill>
                <a:latin typeface="Arial Black" panose="020B0A04020102020204" pitchFamily="34" charset="0"/>
              </a:rPr>
              <a:t>DEFINICIÓN</a:t>
            </a:r>
            <a:endParaRPr lang="es-CO" sz="3600">
              <a:solidFill>
                <a:srgbClr val="AC0000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Forma libre: forma 39">
            <a:extLst>
              <a:ext uri="{FF2B5EF4-FFF2-40B4-BE49-F238E27FC236}">
                <a16:creationId xmlns:a16="http://schemas.microsoft.com/office/drawing/2014/main" id="{ECB0D78D-C63B-402A-B410-0659F24B4A3A}"/>
              </a:ext>
            </a:extLst>
          </p:cNvPr>
          <p:cNvSpPr/>
          <p:nvPr/>
        </p:nvSpPr>
        <p:spPr>
          <a:xfrm>
            <a:off x="3649570" y="1383923"/>
            <a:ext cx="2780439" cy="1353598"/>
          </a:xfrm>
          <a:custGeom>
            <a:avLst/>
            <a:gdLst>
              <a:gd name="connsiteX0" fmla="*/ 1951204 w 2780439"/>
              <a:gd name="connsiteY0" fmla="*/ 0 h 1353598"/>
              <a:gd name="connsiteX1" fmla="*/ 2035988 w 2780439"/>
              <a:gd name="connsiteY1" fmla="*/ 4281 h 1353598"/>
              <a:gd name="connsiteX2" fmla="*/ 2037607 w 2780439"/>
              <a:gd name="connsiteY2" fmla="*/ 4528 h 1353598"/>
              <a:gd name="connsiteX3" fmla="*/ 1951203 w 2780439"/>
              <a:gd name="connsiteY3" fmla="*/ 0 h 1353598"/>
              <a:gd name="connsiteX4" fmla="*/ 2037606 w 2780439"/>
              <a:gd name="connsiteY4" fmla="*/ 4528 h 1353598"/>
              <a:gd name="connsiteX5" fmla="*/ 2118323 w 2780439"/>
              <a:gd name="connsiteY5" fmla="*/ 16847 h 1353598"/>
              <a:gd name="connsiteX6" fmla="*/ 2780439 w 2780439"/>
              <a:gd name="connsiteY6" fmla="*/ 829236 h 1353598"/>
              <a:gd name="connsiteX7" fmla="*/ 2780439 w 2780439"/>
              <a:gd name="connsiteY7" fmla="*/ 1353598 h 1353598"/>
              <a:gd name="connsiteX8" fmla="*/ 1121968 w 2780439"/>
              <a:gd name="connsiteY8" fmla="*/ 1353598 h 1353598"/>
              <a:gd name="connsiteX9" fmla="*/ 1121967 w 2780439"/>
              <a:gd name="connsiteY9" fmla="*/ 1353598 h 1353598"/>
              <a:gd name="connsiteX10" fmla="*/ 0 w 2780439"/>
              <a:gd name="connsiteY10" fmla="*/ 1353598 h 1353598"/>
              <a:gd name="connsiteX11" fmla="*/ 5255 w 2780439"/>
              <a:gd name="connsiteY11" fmla="*/ 1338696 h 1353598"/>
              <a:gd name="connsiteX12" fmla="*/ 1735272 w 2780439"/>
              <a:gd name="connsiteY12" fmla="*/ 11316 h 1353598"/>
              <a:gd name="connsiteX13" fmla="*/ 1864802 w 2780439"/>
              <a:gd name="connsiteY13" fmla="*/ 4528 h 1353598"/>
              <a:gd name="connsiteX14" fmla="*/ 1864802 w 2780439"/>
              <a:gd name="connsiteY14" fmla="*/ 4528 h 1353598"/>
              <a:gd name="connsiteX15" fmla="*/ 1866419 w 2780439"/>
              <a:gd name="connsiteY15" fmla="*/ 4281 h 1353598"/>
              <a:gd name="connsiteX16" fmla="*/ 1951176 w 2780439"/>
              <a:gd name="connsiteY16" fmla="*/ 1 h 135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0439" h="1353598">
                <a:moveTo>
                  <a:pt x="1951204" y="0"/>
                </a:moveTo>
                <a:cubicBezTo>
                  <a:pt x="1979828" y="0"/>
                  <a:pt x="2008112" y="1450"/>
                  <a:pt x="2035988" y="4281"/>
                </a:cubicBezTo>
                <a:lnTo>
                  <a:pt x="2037607" y="4528"/>
                </a:lnTo>
                <a:close/>
                <a:moveTo>
                  <a:pt x="1951203" y="0"/>
                </a:moveTo>
                <a:lnTo>
                  <a:pt x="2037606" y="4528"/>
                </a:lnTo>
                <a:lnTo>
                  <a:pt x="2118323" y="16847"/>
                </a:lnTo>
                <a:cubicBezTo>
                  <a:pt x="2496192" y="94170"/>
                  <a:pt x="2780439" y="428509"/>
                  <a:pt x="2780439" y="829236"/>
                </a:cubicBezTo>
                <a:lnTo>
                  <a:pt x="2780439" y="1353598"/>
                </a:lnTo>
                <a:lnTo>
                  <a:pt x="1121968" y="1353598"/>
                </a:lnTo>
                <a:lnTo>
                  <a:pt x="1121967" y="1353598"/>
                </a:lnTo>
                <a:lnTo>
                  <a:pt x="0" y="1353598"/>
                </a:lnTo>
                <a:lnTo>
                  <a:pt x="5255" y="1338696"/>
                </a:lnTo>
                <a:cubicBezTo>
                  <a:pt x="299144" y="617558"/>
                  <a:pt x="954313" y="93630"/>
                  <a:pt x="1735272" y="11316"/>
                </a:cubicBezTo>
                <a:lnTo>
                  <a:pt x="1864802" y="4528"/>
                </a:lnTo>
                <a:lnTo>
                  <a:pt x="1864802" y="4528"/>
                </a:lnTo>
                <a:lnTo>
                  <a:pt x="1866419" y="4281"/>
                </a:lnTo>
                <a:lnTo>
                  <a:pt x="1951176" y="1"/>
                </a:lnTo>
                <a:close/>
              </a:path>
            </a:pathLst>
          </a:custGeom>
          <a:gradFill flip="none" rotWithShape="1">
            <a:gsLst>
              <a:gs pos="0">
                <a:srgbClr val="AC0000"/>
              </a:gs>
              <a:gs pos="48000">
                <a:srgbClr val="AC0000"/>
              </a:gs>
              <a:gs pos="100000">
                <a:schemeClr val="bg2">
                  <a:lumMod val="10000"/>
                </a:schemeClr>
              </a:gs>
            </a:gsLst>
            <a:lin ang="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43" name="Forma libre: forma 42">
            <a:extLst>
              <a:ext uri="{FF2B5EF4-FFF2-40B4-BE49-F238E27FC236}">
                <a16:creationId xmlns:a16="http://schemas.microsoft.com/office/drawing/2014/main" id="{B2937FE5-AAD1-4A53-95D2-CAB7D8E19B40}"/>
              </a:ext>
            </a:extLst>
          </p:cNvPr>
          <p:cNvSpPr/>
          <p:nvPr/>
        </p:nvSpPr>
        <p:spPr>
          <a:xfrm>
            <a:off x="5687180" y="1388451"/>
            <a:ext cx="2025507" cy="3025615"/>
          </a:xfrm>
          <a:custGeom>
            <a:avLst/>
            <a:gdLst>
              <a:gd name="connsiteX0" fmla="*/ 0 w 2025507"/>
              <a:gd name="connsiteY0" fmla="*/ 0 h 3025615"/>
              <a:gd name="connsiteX1" fmla="*/ 129527 w 2025507"/>
              <a:gd name="connsiteY1" fmla="*/ 6788 h 3025615"/>
              <a:gd name="connsiteX2" fmla="*/ 1859544 w 2025507"/>
              <a:gd name="connsiteY2" fmla="*/ 1334168 h 3025615"/>
              <a:gd name="connsiteX3" fmla="*/ 1864799 w 2025507"/>
              <a:gd name="connsiteY3" fmla="*/ 1349070 h 3025615"/>
              <a:gd name="connsiteX4" fmla="*/ 1864798 w 2025507"/>
              <a:gd name="connsiteY4" fmla="*/ 1349070 h 3025615"/>
              <a:gd name="connsiteX5" fmla="*/ 1930560 w 2025507"/>
              <a:gd name="connsiteY5" fmla="*/ 1535548 h 3025615"/>
              <a:gd name="connsiteX6" fmla="*/ 2025507 w 2025507"/>
              <a:gd name="connsiteY6" fmla="*/ 2187343 h 3025615"/>
              <a:gd name="connsiteX7" fmla="*/ 1930560 w 2025507"/>
              <a:gd name="connsiteY7" fmla="*/ 2839138 h 3025615"/>
              <a:gd name="connsiteX8" fmla="*/ 1864799 w 2025507"/>
              <a:gd name="connsiteY8" fmla="*/ 3025615 h 3025615"/>
              <a:gd name="connsiteX9" fmla="*/ 742831 w 2025507"/>
              <a:gd name="connsiteY9" fmla="*/ 3025615 h 3025615"/>
              <a:gd name="connsiteX10" fmla="*/ 742832 w 2025507"/>
              <a:gd name="connsiteY10" fmla="*/ 1349070 h 3025615"/>
              <a:gd name="connsiteX11" fmla="*/ 742833 w 2025507"/>
              <a:gd name="connsiteY11" fmla="*/ 1349070 h 3025615"/>
              <a:gd name="connsiteX12" fmla="*/ 742833 w 2025507"/>
              <a:gd name="connsiteY12" fmla="*/ 824708 h 3025615"/>
              <a:gd name="connsiteX13" fmla="*/ 80717 w 2025507"/>
              <a:gd name="connsiteY13" fmla="*/ 12319 h 3025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25507" h="3025615">
                <a:moveTo>
                  <a:pt x="0" y="0"/>
                </a:moveTo>
                <a:lnTo>
                  <a:pt x="129527" y="6788"/>
                </a:lnTo>
                <a:cubicBezTo>
                  <a:pt x="910486" y="89102"/>
                  <a:pt x="1565655" y="613030"/>
                  <a:pt x="1859544" y="1334168"/>
                </a:cubicBezTo>
                <a:lnTo>
                  <a:pt x="1864799" y="1349070"/>
                </a:lnTo>
                <a:lnTo>
                  <a:pt x="1864798" y="1349070"/>
                </a:lnTo>
                <a:lnTo>
                  <a:pt x="1930560" y="1535548"/>
                </a:lnTo>
                <a:cubicBezTo>
                  <a:pt x="1992266" y="1741450"/>
                  <a:pt x="2025507" y="1960367"/>
                  <a:pt x="2025507" y="2187343"/>
                </a:cubicBezTo>
                <a:cubicBezTo>
                  <a:pt x="2025507" y="2414319"/>
                  <a:pt x="1992266" y="2633237"/>
                  <a:pt x="1930560" y="2839138"/>
                </a:cubicBezTo>
                <a:lnTo>
                  <a:pt x="1864799" y="3025615"/>
                </a:lnTo>
                <a:lnTo>
                  <a:pt x="742831" y="3025615"/>
                </a:lnTo>
                <a:lnTo>
                  <a:pt x="742832" y="1349070"/>
                </a:lnTo>
                <a:lnTo>
                  <a:pt x="742833" y="1349070"/>
                </a:lnTo>
                <a:lnTo>
                  <a:pt x="742833" y="824708"/>
                </a:lnTo>
                <a:cubicBezTo>
                  <a:pt x="742833" y="423981"/>
                  <a:pt x="458586" y="89642"/>
                  <a:pt x="80717" y="12319"/>
                </a:cubicBez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50000">
                <a:srgbClr val="FF000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42" name="Forma libre: forma 41">
            <a:extLst>
              <a:ext uri="{FF2B5EF4-FFF2-40B4-BE49-F238E27FC236}">
                <a16:creationId xmlns:a16="http://schemas.microsoft.com/office/drawing/2014/main" id="{38555707-FD3C-4E53-8FAA-6BC4D51F37C1}"/>
              </a:ext>
            </a:extLst>
          </p:cNvPr>
          <p:cNvSpPr/>
          <p:nvPr/>
        </p:nvSpPr>
        <p:spPr>
          <a:xfrm>
            <a:off x="3488860" y="2737521"/>
            <a:ext cx="2025522" cy="3025617"/>
          </a:xfrm>
          <a:custGeom>
            <a:avLst/>
            <a:gdLst>
              <a:gd name="connsiteX0" fmla="*/ 160708 w 2025522"/>
              <a:gd name="connsiteY0" fmla="*/ 0 h 3025617"/>
              <a:gd name="connsiteX1" fmla="*/ 1282676 w 2025522"/>
              <a:gd name="connsiteY1" fmla="*/ 0 h 3025617"/>
              <a:gd name="connsiteX2" fmla="*/ 1282676 w 2025522"/>
              <a:gd name="connsiteY2" fmla="*/ 1676545 h 3025617"/>
              <a:gd name="connsiteX3" fmla="*/ 1282677 w 2025522"/>
              <a:gd name="connsiteY3" fmla="*/ 1676545 h 3025617"/>
              <a:gd name="connsiteX4" fmla="*/ 1282677 w 2025522"/>
              <a:gd name="connsiteY4" fmla="*/ 2200907 h 3025617"/>
              <a:gd name="connsiteX5" fmla="*/ 1944793 w 2025522"/>
              <a:gd name="connsiteY5" fmla="*/ 3013296 h 3025617"/>
              <a:gd name="connsiteX6" fmla="*/ 2025522 w 2025522"/>
              <a:gd name="connsiteY6" fmla="*/ 3025617 h 3025617"/>
              <a:gd name="connsiteX7" fmla="*/ 1895981 w 2025522"/>
              <a:gd name="connsiteY7" fmla="*/ 3018828 h 3025617"/>
              <a:gd name="connsiteX8" fmla="*/ 165964 w 2025522"/>
              <a:gd name="connsiteY8" fmla="*/ 1691448 h 3025617"/>
              <a:gd name="connsiteX9" fmla="*/ 160709 w 2025522"/>
              <a:gd name="connsiteY9" fmla="*/ 1676545 h 3025617"/>
              <a:gd name="connsiteX10" fmla="*/ 160708 w 2025522"/>
              <a:gd name="connsiteY10" fmla="*/ 1676545 h 3025617"/>
              <a:gd name="connsiteX11" fmla="*/ 94946 w 2025522"/>
              <a:gd name="connsiteY11" fmla="*/ 1490068 h 3025617"/>
              <a:gd name="connsiteX12" fmla="*/ 10903 w 2025522"/>
              <a:gd name="connsiteY12" fmla="*/ 1062379 h 3025617"/>
              <a:gd name="connsiteX13" fmla="*/ 0 w 2025522"/>
              <a:gd name="connsiteY13" fmla="*/ 838294 h 3025617"/>
              <a:gd name="connsiteX14" fmla="*/ 0 w 2025522"/>
              <a:gd name="connsiteY14" fmla="*/ 838253 h 3025617"/>
              <a:gd name="connsiteX15" fmla="*/ 10903 w 2025522"/>
              <a:gd name="connsiteY15" fmla="*/ 614167 h 3025617"/>
              <a:gd name="connsiteX16" fmla="*/ 94946 w 2025522"/>
              <a:gd name="connsiteY16" fmla="*/ 186478 h 3025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25522" h="3025617">
                <a:moveTo>
                  <a:pt x="160708" y="0"/>
                </a:moveTo>
                <a:lnTo>
                  <a:pt x="1282676" y="0"/>
                </a:lnTo>
                <a:lnTo>
                  <a:pt x="1282676" y="1676545"/>
                </a:lnTo>
                <a:lnTo>
                  <a:pt x="1282677" y="1676545"/>
                </a:lnTo>
                <a:lnTo>
                  <a:pt x="1282677" y="2200907"/>
                </a:lnTo>
                <a:cubicBezTo>
                  <a:pt x="1282677" y="2601634"/>
                  <a:pt x="1566925" y="2935973"/>
                  <a:pt x="1944793" y="3013296"/>
                </a:cubicBezTo>
                <a:lnTo>
                  <a:pt x="2025522" y="3025617"/>
                </a:lnTo>
                <a:lnTo>
                  <a:pt x="1895981" y="3018828"/>
                </a:lnTo>
                <a:cubicBezTo>
                  <a:pt x="1115022" y="2936514"/>
                  <a:pt x="459853" y="2412586"/>
                  <a:pt x="165964" y="1691448"/>
                </a:cubicBezTo>
                <a:lnTo>
                  <a:pt x="160709" y="1676545"/>
                </a:lnTo>
                <a:lnTo>
                  <a:pt x="160708" y="1676545"/>
                </a:lnTo>
                <a:lnTo>
                  <a:pt x="94946" y="1490068"/>
                </a:lnTo>
                <a:cubicBezTo>
                  <a:pt x="53809" y="1352801"/>
                  <a:pt x="25323" y="1209748"/>
                  <a:pt x="10903" y="1062379"/>
                </a:cubicBezTo>
                <a:lnTo>
                  <a:pt x="0" y="838294"/>
                </a:lnTo>
                <a:lnTo>
                  <a:pt x="0" y="838253"/>
                </a:lnTo>
                <a:lnTo>
                  <a:pt x="10903" y="614167"/>
                </a:lnTo>
                <a:cubicBezTo>
                  <a:pt x="25323" y="466798"/>
                  <a:pt x="53809" y="323746"/>
                  <a:pt x="94946" y="186478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50000">
                <a:srgbClr val="FF000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FE8246BD-9952-42F7-8941-A6AF464583F4}"/>
              </a:ext>
            </a:extLst>
          </p:cNvPr>
          <p:cNvSpPr/>
          <p:nvPr/>
        </p:nvSpPr>
        <p:spPr>
          <a:xfrm>
            <a:off x="4771538" y="4414066"/>
            <a:ext cx="2780438" cy="1353599"/>
          </a:xfrm>
          <a:custGeom>
            <a:avLst/>
            <a:gdLst>
              <a:gd name="connsiteX0" fmla="*/ 0 w 2780438"/>
              <a:gd name="connsiteY0" fmla="*/ 0 h 1353599"/>
              <a:gd name="connsiteX1" fmla="*/ 1658470 w 2780438"/>
              <a:gd name="connsiteY1" fmla="*/ 0 h 1353599"/>
              <a:gd name="connsiteX2" fmla="*/ 1658471 w 2780438"/>
              <a:gd name="connsiteY2" fmla="*/ 0 h 1353599"/>
              <a:gd name="connsiteX3" fmla="*/ 2780438 w 2780438"/>
              <a:gd name="connsiteY3" fmla="*/ 0 h 1353599"/>
              <a:gd name="connsiteX4" fmla="*/ 2775182 w 2780438"/>
              <a:gd name="connsiteY4" fmla="*/ 14903 h 1353599"/>
              <a:gd name="connsiteX5" fmla="*/ 1045165 w 2780438"/>
              <a:gd name="connsiteY5" fmla="*/ 1342283 h 1353599"/>
              <a:gd name="connsiteX6" fmla="*/ 915638 w 2780438"/>
              <a:gd name="connsiteY6" fmla="*/ 1349071 h 1353599"/>
              <a:gd name="connsiteX7" fmla="*/ 915637 w 2780438"/>
              <a:gd name="connsiteY7" fmla="*/ 1349071 h 1353599"/>
              <a:gd name="connsiteX8" fmla="*/ 829235 w 2780438"/>
              <a:gd name="connsiteY8" fmla="*/ 1353599 h 1353599"/>
              <a:gd name="connsiteX9" fmla="*/ 829236 w 2780438"/>
              <a:gd name="connsiteY9" fmla="*/ 1353598 h 1353599"/>
              <a:gd name="connsiteX10" fmla="*/ 828686 w 2780438"/>
              <a:gd name="connsiteY10" fmla="*/ 1353570 h 1353599"/>
              <a:gd name="connsiteX11" fmla="*/ 742845 w 2780438"/>
              <a:gd name="connsiteY11" fmla="*/ 1349072 h 1353599"/>
              <a:gd name="connsiteX12" fmla="*/ 662116 w 2780438"/>
              <a:gd name="connsiteY12" fmla="*/ 1336751 h 1353599"/>
              <a:gd name="connsiteX13" fmla="*/ 0 w 2780438"/>
              <a:gd name="connsiteY13" fmla="*/ 524362 h 135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80438" h="1353599">
                <a:moveTo>
                  <a:pt x="0" y="0"/>
                </a:moveTo>
                <a:lnTo>
                  <a:pt x="1658470" y="0"/>
                </a:lnTo>
                <a:lnTo>
                  <a:pt x="1658471" y="0"/>
                </a:lnTo>
                <a:lnTo>
                  <a:pt x="2780438" y="0"/>
                </a:lnTo>
                <a:lnTo>
                  <a:pt x="2775182" y="14903"/>
                </a:lnTo>
                <a:cubicBezTo>
                  <a:pt x="2481293" y="736041"/>
                  <a:pt x="1826124" y="1259969"/>
                  <a:pt x="1045165" y="1342283"/>
                </a:cubicBezTo>
                <a:lnTo>
                  <a:pt x="915638" y="1349071"/>
                </a:lnTo>
                <a:lnTo>
                  <a:pt x="915637" y="1349071"/>
                </a:lnTo>
                <a:lnTo>
                  <a:pt x="829235" y="1353599"/>
                </a:lnTo>
                <a:lnTo>
                  <a:pt x="829236" y="1353598"/>
                </a:lnTo>
                <a:lnTo>
                  <a:pt x="828686" y="1353570"/>
                </a:lnTo>
                <a:lnTo>
                  <a:pt x="742845" y="1349072"/>
                </a:lnTo>
                <a:lnTo>
                  <a:pt x="662116" y="1336751"/>
                </a:lnTo>
                <a:cubicBezTo>
                  <a:pt x="284248" y="1259428"/>
                  <a:pt x="0" y="925089"/>
                  <a:pt x="0" y="524362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50000">
                <a:srgbClr val="C0000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502418C-49F1-4A51-B198-620972366102}"/>
              </a:ext>
            </a:extLst>
          </p:cNvPr>
          <p:cNvSpPr txBox="1"/>
          <p:nvPr/>
        </p:nvSpPr>
        <p:spPr>
          <a:xfrm>
            <a:off x="5084306" y="3152492"/>
            <a:ext cx="12057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>
                <a:solidFill>
                  <a:schemeClr val="bg1"/>
                </a:solidFill>
                <a:latin typeface="Impact" panose="020B0806030902050204" pitchFamily="34" charset="0"/>
              </a:rPr>
              <a:t>ALEXA</a:t>
            </a:r>
            <a:endParaRPr lang="es-CO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0B85B125-BE3C-43C5-BCB8-3C5C156C8F2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833" y1="40556" x2="35833" y2="40556"/>
                        <a14:foregroundMark x1="41944" y1="59167" x2="41944" y2="59167"/>
                        <a14:foregroundMark x1="48611" y1="58889" x2="48611" y2="58889"/>
                        <a14:foregroundMark x1="55556" y1="42222" x2="55556" y2="42222"/>
                        <a14:foregroundMark x1="61111" y1="53333" x2="61111" y2="53333"/>
                        <a14:foregroundMark x1="64167" y1="75278" x2="64167" y2="75278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2151" y="1388451"/>
            <a:ext cx="1324462" cy="1324462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93B0D2BB-0E44-45D1-AD1F-993E2C3C49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0109" y1="56848" x2="30109" y2="56848"/>
                        <a14:foregroundMark x1="27391" y1="45326" x2="27391" y2="45326"/>
                        <a14:foregroundMark x1="30761" y1="34130" x2="30761" y2="34130"/>
                        <a14:foregroundMark x1="40109" y1="27283" x2="40109" y2="27283"/>
                        <a14:foregroundMark x1="50543" y1="23043" x2="50543" y2="23043"/>
                        <a14:foregroundMark x1="61848" y1="25217" x2="61848" y2="25217"/>
                        <a14:foregroundMark x1="71957" y1="32717" x2="71957" y2="32717"/>
                        <a14:foregroundMark x1="72609" y1="45870" x2="72609" y2="45870"/>
                        <a14:foregroundMark x1="70000" y1="57500" x2="70000" y2="57500"/>
                        <a14:foregroundMark x1="51522" y1="72826" x2="51522" y2="72826"/>
                        <a14:foregroundMark x1="46087" y1="70761" x2="46087" y2="70761"/>
                        <a14:foregroundMark x1="48261" y1="71522" x2="48261" y2="71522"/>
                        <a14:foregroundMark x1="46957" y1="71522" x2="46957" y2="71522"/>
                        <a14:foregroundMark x1="46304" y1="71196" x2="46304" y2="71196"/>
                        <a14:foregroundMark x1="48804" y1="82826" x2="48804" y2="82826"/>
                        <a14:foregroundMark x1="47609" y1="79565" x2="47609" y2="79565"/>
                        <a14:foregroundMark x1="46848" y1="77283" x2="46848" y2="77283"/>
                        <a14:foregroundMark x1="48478" y1="75978" x2="48478" y2="75978"/>
                        <a14:backgroundMark x1="51957" y1="73696" x2="51957" y2="73696"/>
                        <a14:backgroundMark x1="49601" y1="72826" x2="46522" y2="71739"/>
                        <a14:backgroundMark x1="52065" y1="73696" x2="49601" y2="72826"/>
                        <a14:backgroundMark x1="46196" y1="71522" x2="46196" y2="71522"/>
                        <a14:backgroundMark x1="45543" y1="69674" x2="53261" y2="71630"/>
                        <a14:backgroundMark x1="53261" y1="71630" x2="53261" y2="72283"/>
                        <a14:backgroundMark x1="48261" y1="81304" x2="48261" y2="81304"/>
                        <a14:backgroundMark x1="47500" y1="78261" x2="47500" y2="78261"/>
                        <a14:backgroundMark x1="47826" y1="78261" x2="47826" y2="78261"/>
                        <a14:backgroundMark x1="46848" y1="78261" x2="46848" y2="78261"/>
                        <a14:backgroundMark x1="48913" y1="78804" x2="48913" y2="78804"/>
                        <a14:backgroundMark x1="50761" y1="81196" x2="50761" y2="81196"/>
                        <a14:backgroundMark x1="50543" y1="81196" x2="50543" y2="81196"/>
                        <a14:backgroundMark x1="52065" y1="78152" x2="52065" y2="78152"/>
                        <a14:backgroundMark x1="50000" y1="77500" x2="50000" y2="77500"/>
                        <a14:backgroundMark x1="46957" y1="76522" x2="46957" y2="76522"/>
                        <a14:backgroundMark x1="49348" y1="77174" x2="49348" y2="77174"/>
                        <a14:backgroundMark x1="47305" y1="75978" x2="46087" y2="75543"/>
                        <a14:backgroundMark x1="49130" y1="76630" x2="47305" y2="75978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5138" y="2876650"/>
            <a:ext cx="1474909" cy="1474909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B2339743-CBD0-4FCC-9FDE-9CAFA61560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7000" y1="51667" x2="57000" y2="51667"/>
                        <a14:foregroundMark x1="73667" y1="56833" x2="73667" y2="56833"/>
                        <a14:foregroundMark x1="35833" y1="50667" x2="35833" y2="50667"/>
                        <a14:foregroundMark x1="26167" y1="44167" x2="26167" y2="44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49411" y="2842340"/>
            <a:ext cx="1407989" cy="1407989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FEB39424-CCD4-4F7B-BAAA-E8A0EE13AA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8611" y1="34167" x2="48611" y2="34167"/>
                        <a14:foregroundMark x1="56389" y1="42778" x2="56389" y2="42778"/>
                        <a14:foregroundMark x1="47222" y1="47500" x2="47222" y2="47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9789" y="4339346"/>
            <a:ext cx="1373576" cy="1373576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36066BB0-AC99-4812-AD93-02DB9361352F}"/>
              </a:ext>
            </a:extLst>
          </p:cNvPr>
          <p:cNvSpPr txBox="1"/>
          <p:nvPr/>
        </p:nvSpPr>
        <p:spPr>
          <a:xfrm>
            <a:off x="393437" y="1284851"/>
            <a:ext cx="2940777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5400">
                <a:solidFill>
                  <a:srgbClr val="C00000"/>
                </a:solidFill>
                <a:latin typeface="Arial Rounded MT Bold" panose="020F0704030504030204" pitchFamily="34" charset="0"/>
              </a:rPr>
              <a:t>1</a:t>
            </a:r>
          </a:p>
          <a:p>
            <a:r>
              <a:rPr lang="es-ES">
                <a:solidFill>
                  <a:schemeClr val="bg1"/>
                </a:solidFill>
                <a:latin typeface="Arial Narrow"/>
              </a:rPr>
              <a:t>Es un asistente virtual desarrollado por Amazon para ayudar a las personas mediante comandos de voz.</a:t>
            </a:r>
            <a:endParaRPr lang="es-CO">
              <a:solidFill>
                <a:schemeClr val="bg1"/>
              </a:solidFill>
              <a:latin typeface="Arial Narrow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3176FF2-311E-461C-A029-DBFFEC1B963A}"/>
              </a:ext>
            </a:extLst>
          </p:cNvPr>
          <p:cNvSpPr txBox="1"/>
          <p:nvPr/>
        </p:nvSpPr>
        <p:spPr>
          <a:xfrm>
            <a:off x="296911" y="3385552"/>
            <a:ext cx="29370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>
                <a:solidFill>
                  <a:srgbClr val="C00000"/>
                </a:solidFill>
                <a:latin typeface="Arial Rounded MT Bold" panose="020F0704030504030204" pitchFamily="34" charset="0"/>
              </a:rPr>
              <a:t>2</a:t>
            </a:r>
          </a:p>
          <a:p>
            <a:r>
              <a:rPr lang="es-ES">
                <a:solidFill>
                  <a:schemeClr val="bg1"/>
                </a:solidFill>
                <a:latin typeface="Arial Narrow" panose="020B0606020202030204" pitchFamily="34" charset="0"/>
              </a:rPr>
              <a:t>Utiliza inteligencia artificial y reconocimiento de voz para entender preguntas y ejecutar acciones rápidamente.</a:t>
            </a:r>
            <a:endParaRPr lang="es-CO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FE84626B-55E2-40C1-94D5-AD3306F432CE}"/>
              </a:ext>
            </a:extLst>
          </p:cNvPr>
          <p:cNvSpPr txBox="1"/>
          <p:nvPr/>
        </p:nvSpPr>
        <p:spPr>
          <a:xfrm>
            <a:off x="8297137" y="1284851"/>
            <a:ext cx="37334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>
                <a:solidFill>
                  <a:srgbClr val="C00000"/>
                </a:solidFill>
                <a:latin typeface="Arial Rounded MT Bold" panose="020F0704030504030204" pitchFamily="34" charset="0"/>
              </a:rPr>
              <a:t>3</a:t>
            </a:r>
          </a:p>
          <a:p>
            <a:r>
              <a:rPr lang="es-ES">
                <a:solidFill>
                  <a:schemeClr val="bg1"/>
                </a:solidFill>
                <a:latin typeface="Arial Narrow" panose="020B0606020202030204" pitchFamily="34" charset="0"/>
              </a:rPr>
              <a:t>Puede reproducir música, dar información del clima, poner alarmas y responder dudas en tiempo real.</a:t>
            </a:r>
            <a:endParaRPr lang="es-CO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2B0E8D7-1469-4269-BCFD-DCDE09D488DF}"/>
              </a:ext>
            </a:extLst>
          </p:cNvPr>
          <p:cNvSpPr txBox="1"/>
          <p:nvPr/>
        </p:nvSpPr>
        <p:spPr>
          <a:xfrm>
            <a:off x="7941496" y="3595052"/>
            <a:ext cx="4434196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5400">
                <a:solidFill>
                  <a:srgbClr val="AC0000"/>
                </a:solidFill>
                <a:latin typeface="Arial Rounded MT Bold" panose="020F0704030504030204" pitchFamily="34" charset="0"/>
              </a:rPr>
              <a:t>4</a:t>
            </a:r>
          </a:p>
          <a:p>
            <a:r>
              <a:rPr lang="es-ES" err="1">
                <a:solidFill>
                  <a:schemeClr val="bg1"/>
                </a:solidFill>
                <a:latin typeface="Arial Narrow"/>
              </a:rPr>
              <a:t>Esta</a:t>
            </a:r>
            <a:r>
              <a:rPr lang="es-ES">
                <a:solidFill>
                  <a:schemeClr val="bg1"/>
                </a:solidFill>
                <a:latin typeface="Arial Narrow"/>
              </a:rPr>
              <a:t> integrada en dispositivos como Amazon Echo y otros equipos inteligentes del hogar.</a:t>
            </a:r>
            <a:endParaRPr lang="es-CO">
              <a:solidFill>
                <a:schemeClr val="bg1"/>
              </a:solidFill>
              <a:latin typeface="Arial Narrow"/>
            </a:endParaRPr>
          </a:p>
        </p:txBody>
      </p:sp>
      <p:sp>
        <p:nvSpPr>
          <p:cNvPr id="2" name="Cinta: curvada e inclinada hacia arriba 1">
            <a:extLst>
              <a:ext uri="{FF2B5EF4-FFF2-40B4-BE49-F238E27FC236}">
                <a16:creationId xmlns:a16="http://schemas.microsoft.com/office/drawing/2014/main" id="{BA0F1F44-7782-B138-C5C1-7F5BBA3D82D0}"/>
              </a:ext>
            </a:extLst>
          </p:cNvPr>
          <p:cNvSpPr/>
          <p:nvPr/>
        </p:nvSpPr>
        <p:spPr>
          <a:xfrm>
            <a:off x="4136454" y="5896242"/>
            <a:ext cx="3099584" cy="960235"/>
          </a:xfrm>
          <a:prstGeom prst="ellipseRibbon2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11" action="ppaction://hlinksldjump"/>
              </a:rPr>
              <a:t>INDICE</a:t>
            </a:r>
            <a:endParaRPr lang="es-ES">
              <a:hlinkClick r:id="rId11" action="ppaction://hlinksldjump"/>
            </a:endParaRPr>
          </a:p>
        </p:txBody>
      </p:sp>
      <p:sp>
        <p:nvSpPr>
          <p:cNvPr id="6" name="Explosión: 8 puntos 5">
            <a:extLst>
              <a:ext uri="{FF2B5EF4-FFF2-40B4-BE49-F238E27FC236}">
                <a16:creationId xmlns:a16="http://schemas.microsoft.com/office/drawing/2014/main" id="{EFD9BAFC-D7EB-97B7-7147-AD520280AEF5}"/>
              </a:ext>
            </a:extLst>
          </p:cNvPr>
          <p:cNvSpPr/>
          <p:nvPr/>
        </p:nvSpPr>
        <p:spPr>
          <a:xfrm>
            <a:off x="7976721" y="5444707"/>
            <a:ext cx="2193984" cy="1345720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12" action="ppaction://hlinksldjump"/>
              </a:rPr>
              <a:t>ADELANTE</a:t>
            </a:r>
            <a:endParaRPr lang="es-ES"/>
          </a:p>
        </p:txBody>
      </p:sp>
      <p:sp>
        <p:nvSpPr>
          <p:cNvPr id="7" name="Círculo parcial 6">
            <a:extLst>
              <a:ext uri="{FF2B5EF4-FFF2-40B4-BE49-F238E27FC236}">
                <a16:creationId xmlns:a16="http://schemas.microsoft.com/office/drawing/2014/main" id="{A68C9A21-3D7F-415A-B166-DD6E2AC66B84}"/>
              </a:ext>
            </a:extLst>
          </p:cNvPr>
          <p:cNvSpPr/>
          <p:nvPr/>
        </p:nvSpPr>
        <p:spPr>
          <a:xfrm rot="2520000">
            <a:off x="7745083" y="5537893"/>
            <a:ext cx="1115683" cy="1158814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88D1D68-E2E0-69ED-9E3E-E51571D2A396}"/>
              </a:ext>
            </a:extLst>
          </p:cNvPr>
          <p:cNvSpPr/>
          <p:nvPr/>
        </p:nvSpPr>
        <p:spPr>
          <a:xfrm>
            <a:off x="7938910" y="5709353"/>
            <a:ext cx="265289" cy="364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sp>
        <p:nvSpPr>
          <p:cNvPr id="15" name="Explosión: 8 puntos 14">
            <a:extLst>
              <a:ext uri="{FF2B5EF4-FFF2-40B4-BE49-F238E27FC236}">
                <a16:creationId xmlns:a16="http://schemas.microsoft.com/office/drawing/2014/main" id="{1DFA60AD-9AF8-5B8F-66E8-EF0AA0D7C0F5}"/>
              </a:ext>
            </a:extLst>
          </p:cNvPr>
          <p:cNvSpPr/>
          <p:nvPr/>
        </p:nvSpPr>
        <p:spPr>
          <a:xfrm>
            <a:off x="1312282" y="5516594"/>
            <a:ext cx="2179873" cy="1218720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11" action="ppaction://hlinksldjump"/>
              </a:rPr>
              <a:t>ANTERIOR</a:t>
            </a:r>
            <a:endParaRPr lang="es-ES">
              <a:ea typeface="Calibri"/>
              <a:cs typeface="Calibri"/>
            </a:endParaRPr>
          </a:p>
        </p:txBody>
      </p:sp>
      <p:sp>
        <p:nvSpPr>
          <p:cNvPr id="16" name="Círculo parcial 15">
            <a:extLst>
              <a:ext uri="{FF2B5EF4-FFF2-40B4-BE49-F238E27FC236}">
                <a16:creationId xmlns:a16="http://schemas.microsoft.com/office/drawing/2014/main" id="{17917DEE-5041-523B-C2DA-7AB78DEF250E}"/>
              </a:ext>
            </a:extLst>
          </p:cNvPr>
          <p:cNvSpPr/>
          <p:nvPr/>
        </p:nvSpPr>
        <p:spPr>
          <a:xfrm rot="12960000">
            <a:off x="2632831" y="5488405"/>
            <a:ext cx="1158016" cy="1144703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0CC4534C-6452-C650-84F6-1EFD3825968E}"/>
              </a:ext>
            </a:extLst>
          </p:cNvPr>
          <p:cNvSpPr/>
          <p:nvPr/>
        </p:nvSpPr>
        <p:spPr>
          <a:xfrm>
            <a:off x="3239910" y="5596464"/>
            <a:ext cx="265289" cy="364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460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0" grpId="0" animBg="1"/>
      <p:bldP spid="43" grpId="0" animBg="1"/>
      <p:bldP spid="42" grpId="0" animBg="1"/>
      <p:bldP spid="41" grpId="0" animBg="1"/>
      <p:bldP spid="45" grpId="0"/>
      <p:bldP spid="52" grpId="0"/>
      <p:bldP spid="54" grpId="0"/>
      <p:bldP spid="56" grpId="0"/>
      <p:bldP spid="58" grpId="0"/>
      <p:bldP spid="2" grpId="0" animBg="1"/>
      <p:bldP spid="6" grpId="0" animBg="1"/>
      <p:bldP spid="7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50000">
              <a:srgbClr val="002060"/>
            </a:gs>
            <a:gs pos="100000">
              <a:schemeClr val="accent4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Diagrama de flujo: proceso alternativo 71">
            <a:extLst>
              <a:ext uri="{FF2B5EF4-FFF2-40B4-BE49-F238E27FC236}">
                <a16:creationId xmlns:a16="http://schemas.microsoft.com/office/drawing/2014/main" id="{4A7F3CC2-F73A-4351-BE85-600E5C2372D7}"/>
              </a:ext>
            </a:extLst>
          </p:cNvPr>
          <p:cNvSpPr/>
          <p:nvPr/>
        </p:nvSpPr>
        <p:spPr>
          <a:xfrm>
            <a:off x="206187" y="188090"/>
            <a:ext cx="4441927" cy="2264601"/>
          </a:xfrm>
          <a:prstGeom prst="flowChartAlternate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latin typeface="Bahnschrift Condensed" panose="020B0502040204020203" pitchFamily="34" charset="0"/>
              </a:rPr>
              <a:t> </a:t>
            </a:r>
            <a:r>
              <a:rPr lang="es-ES">
                <a:solidFill>
                  <a:schemeClr val="accent4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2011</a:t>
            </a:r>
            <a:endParaRPr lang="es-ES" sz="1600">
              <a:solidFill>
                <a:schemeClr val="accent4">
                  <a:lumMod val="60000"/>
                  <a:lumOff val="40000"/>
                </a:schemeClr>
              </a:solidFill>
              <a:latin typeface="Bahnschrift Condensed" panose="020B0502040204020203" pitchFamily="34" charset="0"/>
            </a:endParaRPr>
          </a:p>
          <a:p>
            <a:pPr algn="ctr"/>
            <a:r>
              <a:rPr lang="es-ES" sz="1600">
                <a:latin typeface="Arial Black" panose="020B0A04020102020204" pitchFamily="34" charset="0"/>
              </a:rPr>
              <a:t>Desarrollo comenzó de forma confidencial su nombre es  homenaje a  Biblioteca de Alejandría Incluye una "</a:t>
            </a:r>
            <a:r>
              <a:rPr lang="es-ES">
                <a:latin typeface="Arial Black" panose="020B0A04020102020204" pitchFamily="34" charset="0"/>
              </a:rPr>
              <a:t>x", una consonante fuerte.</a:t>
            </a:r>
            <a:endParaRPr lang="es-CO">
              <a:latin typeface="Arial Black" panose="020B0A04020102020204" pitchFamily="34" charset="0"/>
            </a:endParaRP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3105A2E5-A3D6-45BA-B3D1-5533B30A4F7F}"/>
              </a:ext>
            </a:extLst>
          </p:cNvPr>
          <p:cNvSpPr/>
          <p:nvPr/>
        </p:nvSpPr>
        <p:spPr>
          <a:xfrm>
            <a:off x="7826186" y="188259"/>
            <a:ext cx="4096871" cy="2277035"/>
          </a:xfrm>
          <a:prstGeom prst="roundRect">
            <a:avLst>
              <a:gd name="adj" fmla="val 2296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accent4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2014</a:t>
            </a:r>
            <a:r>
              <a:rPr lang="es-ES">
                <a:latin typeface="Bahnschrift Condensed" panose="020B0502040204020203" pitchFamily="34" charset="0"/>
              </a:rPr>
              <a:t> </a:t>
            </a:r>
          </a:p>
          <a:p>
            <a:pPr algn="ctr"/>
            <a:r>
              <a:rPr lang="es-ES">
                <a:latin typeface="Arial Black"/>
              </a:rPr>
              <a:t>Para crearla se inspiraron en la voz del ordenador y  sistema de conversación a bordo del </a:t>
            </a:r>
            <a:r>
              <a:rPr lang="es-ES" err="1">
                <a:latin typeface="Arial Black"/>
              </a:rPr>
              <a:t>Starship</a:t>
            </a:r>
            <a:r>
              <a:rPr lang="es-ES">
                <a:latin typeface="Arial Black"/>
              </a:rPr>
              <a:t> Enterprise.</a:t>
            </a:r>
            <a:endParaRPr lang="es-CO">
              <a:latin typeface="Arial Black" panose="020B0A04020102020204" pitchFamily="34" charset="0"/>
            </a:endParaRPr>
          </a:p>
        </p:txBody>
      </p:sp>
      <p:sp>
        <p:nvSpPr>
          <p:cNvPr id="74" name="Rectángulo: esquinas redondeadas 73">
            <a:extLst>
              <a:ext uri="{FF2B5EF4-FFF2-40B4-BE49-F238E27FC236}">
                <a16:creationId xmlns:a16="http://schemas.microsoft.com/office/drawing/2014/main" id="{01660EB8-F8D7-4B87-BF58-6D90F9FFB016}"/>
              </a:ext>
            </a:extLst>
          </p:cNvPr>
          <p:cNvSpPr/>
          <p:nvPr/>
        </p:nvSpPr>
        <p:spPr>
          <a:xfrm>
            <a:off x="211769" y="4852781"/>
            <a:ext cx="4392200" cy="181890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accent4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2017 </a:t>
            </a:r>
          </a:p>
          <a:p>
            <a:pPr algn="ctr"/>
            <a:r>
              <a:rPr lang="es-ES">
                <a:latin typeface="Arial Black"/>
              </a:rPr>
              <a:t>Tuvo lugar la primera Conferencia se  denominaron Proyecto Voice y contaron con oradores Jefe de Educación Paul Cutsinger.</a:t>
            </a:r>
            <a:endParaRPr lang="es-CO">
              <a:latin typeface="Arial Black" panose="020B0A04020102020204" pitchFamily="34" charset="0"/>
            </a:endParaRPr>
          </a:p>
        </p:txBody>
      </p:sp>
      <p:sp>
        <p:nvSpPr>
          <p:cNvPr id="75" name="Diagrama de flujo: proceso alternativo 74">
            <a:extLst>
              <a:ext uri="{FF2B5EF4-FFF2-40B4-BE49-F238E27FC236}">
                <a16:creationId xmlns:a16="http://schemas.microsoft.com/office/drawing/2014/main" id="{41A6E719-862D-4D32-83F1-1B7F17FF7F5B}"/>
              </a:ext>
            </a:extLst>
          </p:cNvPr>
          <p:cNvSpPr/>
          <p:nvPr/>
        </p:nvSpPr>
        <p:spPr>
          <a:xfrm>
            <a:off x="7703052" y="4852781"/>
            <a:ext cx="4236414" cy="1818905"/>
          </a:xfrm>
          <a:prstGeom prst="flowChartAlternate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accent4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2026</a:t>
            </a:r>
            <a:r>
              <a:rPr lang="es-ES">
                <a:latin typeface="Bahnschrift Condensed" panose="020B0502040204020203" pitchFamily="34" charset="0"/>
              </a:rPr>
              <a:t> </a:t>
            </a:r>
          </a:p>
          <a:p>
            <a:pPr algn="ctr"/>
            <a:r>
              <a:rPr lang="es-ES" b="1">
                <a:latin typeface="Arial"/>
                <a:cs typeface="Arial"/>
              </a:rPr>
              <a:t>Lanzamiento de Alexa.com,  permitió a usuarios interactuar con asistente a través de navegador.</a:t>
            </a:r>
            <a:endParaRPr lang="es-ES">
              <a:latin typeface="Arial"/>
              <a:cs typeface="Arial"/>
            </a:endParaRPr>
          </a:p>
        </p:txBody>
      </p:sp>
      <p:sp>
        <p:nvSpPr>
          <p:cNvPr id="76" name="Pergamino: vertical 75">
            <a:extLst>
              <a:ext uri="{FF2B5EF4-FFF2-40B4-BE49-F238E27FC236}">
                <a16:creationId xmlns:a16="http://schemas.microsoft.com/office/drawing/2014/main" id="{A9C3694D-ED8B-475C-83FE-F058CEABA336}"/>
              </a:ext>
            </a:extLst>
          </p:cNvPr>
          <p:cNvSpPr/>
          <p:nvPr/>
        </p:nvSpPr>
        <p:spPr>
          <a:xfrm>
            <a:off x="4813709" y="1852172"/>
            <a:ext cx="2895264" cy="2696517"/>
          </a:xfrm>
          <a:prstGeom prst="verticalScroll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3600" i="1">
                <a:latin typeface="Algerian"/>
              </a:rPr>
              <a:t>HISTORIA</a:t>
            </a:r>
            <a:endParaRPr lang="es-CO" sz="3600" i="1">
              <a:latin typeface="Algerian"/>
            </a:endParaRPr>
          </a:p>
        </p:txBody>
      </p:sp>
      <p:pic>
        <p:nvPicPr>
          <p:cNvPr id="77" name="Imagen 76">
            <a:extLst>
              <a:ext uri="{FF2B5EF4-FFF2-40B4-BE49-F238E27FC236}">
                <a16:creationId xmlns:a16="http://schemas.microsoft.com/office/drawing/2014/main" id="{CE0982AD-3BCF-4988-B698-7E17FF5DC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317" y="189414"/>
            <a:ext cx="1457663" cy="1313890"/>
          </a:xfrm>
          <a:prstGeom prst="rect">
            <a:avLst/>
          </a:prstGeom>
        </p:spPr>
      </p:pic>
      <p:sp>
        <p:nvSpPr>
          <p:cNvPr id="3" name="Explosión: 8 puntos 2">
            <a:extLst>
              <a:ext uri="{FF2B5EF4-FFF2-40B4-BE49-F238E27FC236}">
                <a16:creationId xmlns:a16="http://schemas.microsoft.com/office/drawing/2014/main" id="{C7179C15-8BBA-5C99-91B7-9F34BE12BD16}"/>
              </a:ext>
            </a:extLst>
          </p:cNvPr>
          <p:cNvSpPr/>
          <p:nvPr/>
        </p:nvSpPr>
        <p:spPr>
          <a:xfrm>
            <a:off x="9749826" y="2740864"/>
            <a:ext cx="2165229" cy="1374475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4" action="ppaction://hlinksldjump"/>
              </a:rPr>
              <a:t>ADELANTE</a:t>
            </a:r>
            <a:endParaRPr lang="es-ES"/>
          </a:p>
        </p:txBody>
      </p:sp>
      <p:sp>
        <p:nvSpPr>
          <p:cNvPr id="4" name="Círculo parcial 3">
            <a:extLst>
              <a:ext uri="{FF2B5EF4-FFF2-40B4-BE49-F238E27FC236}">
                <a16:creationId xmlns:a16="http://schemas.microsoft.com/office/drawing/2014/main" id="{9362B783-38E5-134F-B284-A3EA1C0CE146}"/>
              </a:ext>
            </a:extLst>
          </p:cNvPr>
          <p:cNvSpPr/>
          <p:nvPr/>
        </p:nvSpPr>
        <p:spPr>
          <a:xfrm rot="3060000">
            <a:off x="9509610" y="2874440"/>
            <a:ext cx="971909" cy="1043797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Explosión: 8 puntos 6">
            <a:extLst>
              <a:ext uri="{FF2B5EF4-FFF2-40B4-BE49-F238E27FC236}">
                <a16:creationId xmlns:a16="http://schemas.microsoft.com/office/drawing/2014/main" id="{2E911184-CDCA-1E45-5D16-008706480D0C}"/>
              </a:ext>
            </a:extLst>
          </p:cNvPr>
          <p:cNvSpPr/>
          <p:nvPr/>
        </p:nvSpPr>
        <p:spPr>
          <a:xfrm>
            <a:off x="347032" y="2740863"/>
            <a:ext cx="2165229" cy="1374475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5" action="ppaction://hlinksldjump"/>
              </a:rPr>
              <a:t>ANTERIOR</a:t>
            </a:r>
            <a:endParaRPr lang="es-ES"/>
          </a:p>
        </p:txBody>
      </p:sp>
      <p:sp>
        <p:nvSpPr>
          <p:cNvPr id="8" name="Círculo parcial 7">
            <a:extLst>
              <a:ext uri="{FF2B5EF4-FFF2-40B4-BE49-F238E27FC236}">
                <a16:creationId xmlns:a16="http://schemas.microsoft.com/office/drawing/2014/main" id="{8ADD9143-3867-A3B0-7FA9-41EA796F11DE}"/>
              </a:ext>
            </a:extLst>
          </p:cNvPr>
          <p:cNvSpPr/>
          <p:nvPr/>
        </p:nvSpPr>
        <p:spPr>
          <a:xfrm rot="12780000">
            <a:off x="1753692" y="2867704"/>
            <a:ext cx="1101305" cy="1058174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F508C76-3764-D85A-1764-D298D28A477A}"/>
              </a:ext>
            </a:extLst>
          </p:cNvPr>
          <p:cNvSpPr/>
          <p:nvPr/>
        </p:nvSpPr>
        <p:spPr>
          <a:xfrm>
            <a:off x="2188234" y="3058063"/>
            <a:ext cx="324930" cy="29617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725F94C-D511-5A9B-B842-9EBECF22D2FE}"/>
              </a:ext>
            </a:extLst>
          </p:cNvPr>
          <p:cNvSpPr/>
          <p:nvPr/>
        </p:nvSpPr>
        <p:spPr>
          <a:xfrm>
            <a:off x="9664460" y="3058062"/>
            <a:ext cx="324930" cy="29617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sp>
        <p:nvSpPr>
          <p:cNvPr id="11" name="Cinta: curvada e inclinada hacia arriba 10">
            <a:extLst>
              <a:ext uri="{FF2B5EF4-FFF2-40B4-BE49-F238E27FC236}">
                <a16:creationId xmlns:a16="http://schemas.microsoft.com/office/drawing/2014/main" id="{4F9316EB-9759-0734-CD60-9D2003530683}"/>
              </a:ext>
            </a:extLst>
          </p:cNvPr>
          <p:cNvSpPr/>
          <p:nvPr/>
        </p:nvSpPr>
        <p:spPr>
          <a:xfrm>
            <a:off x="4955962" y="5306769"/>
            <a:ext cx="2495736" cy="1362801"/>
          </a:xfrm>
          <a:prstGeom prst="ellipseRibbon2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6" action="ppaction://hlinksldjump"/>
              </a:rPr>
              <a:t>INDICE</a:t>
            </a:r>
            <a:endParaRPr lang="es-ES"/>
          </a:p>
        </p:txBody>
      </p:sp>
      <p:pic>
        <p:nvPicPr>
          <p:cNvPr id="2" name="Imagen 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4D05396-1863-6C03-0F3C-015306E284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471" y="3060205"/>
            <a:ext cx="1955323" cy="16433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2779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39">
        <p159:morph option="byObject"/>
      </p:transition>
    </mc:Choice>
    <mc:Fallback xmlns="">
      <p:transition spd="slow" advTm="403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rgbClr val="7030A0"/>
            </a:gs>
            <a:gs pos="100000">
              <a:schemeClr val="tx1">
                <a:lumMod val="95000"/>
                <a:lumOff val="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nta: inclinada hacia abajo 3">
            <a:extLst>
              <a:ext uri="{FF2B5EF4-FFF2-40B4-BE49-F238E27FC236}">
                <a16:creationId xmlns:a16="http://schemas.microsoft.com/office/drawing/2014/main" id="{4B896282-0FE9-4270-A122-6AB9576EA596}"/>
              </a:ext>
            </a:extLst>
          </p:cNvPr>
          <p:cNvSpPr/>
          <p:nvPr/>
        </p:nvSpPr>
        <p:spPr>
          <a:xfrm>
            <a:off x="2409138" y="296174"/>
            <a:ext cx="6552862" cy="1105028"/>
          </a:xfrm>
          <a:prstGeom prst="ribbon">
            <a:avLst/>
          </a:prstGeom>
          <a:solidFill>
            <a:srgbClr val="267561"/>
          </a:solidFill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4000" b="1">
              <a:ln>
                <a:solidFill>
                  <a:prstClr val="black"/>
                </a:solidFill>
              </a:ln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Onda 4">
            <a:extLst>
              <a:ext uri="{FF2B5EF4-FFF2-40B4-BE49-F238E27FC236}">
                <a16:creationId xmlns:a16="http://schemas.microsoft.com/office/drawing/2014/main" id="{36DF13E2-CC5B-4235-9231-069E5C709E1A}"/>
              </a:ext>
            </a:extLst>
          </p:cNvPr>
          <p:cNvSpPr/>
          <p:nvPr/>
        </p:nvSpPr>
        <p:spPr>
          <a:xfrm rot="16200000">
            <a:off x="500415" y="1837632"/>
            <a:ext cx="3153549" cy="3288020"/>
          </a:xfrm>
          <a:prstGeom prst="wav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innerShdw blurRad="63500" dist="50800" dir="8100000">
              <a:schemeClr val="bg2"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1440" tIns="45720" rIns="91440" bIns="45720" rtlCol="0" anchor="ctr"/>
          <a:lstStyle/>
          <a:p>
            <a:pPr algn="ctr"/>
            <a:endParaRPr lang="es-CO" i="1">
              <a:latin typeface="Bahnschrift SemiLight Condensed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04AEF8-8D90-4B0C-AEE7-34EBC695F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04" y="2208150"/>
            <a:ext cx="3208280" cy="3008421"/>
          </a:xfrm>
          <a:prstGeom prst="rect">
            <a:avLst/>
          </a:prstGeom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7CD4BB2-ED76-4E76-8B90-C1C610A0A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17" y="1567383"/>
            <a:ext cx="3564383" cy="31384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2">
                <a:lumMod val="50000"/>
                <a:alpha val="40000"/>
              </a:schemeClr>
            </a:outerShdw>
          </a:effec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7B4BCD5-CE00-4E13-8EB5-CAAF1F1C2F78}"/>
              </a:ext>
            </a:extLst>
          </p:cNvPr>
          <p:cNvSpPr txBox="1"/>
          <p:nvPr/>
        </p:nvSpPr>
        <p:spPr>
          <a:xfrm>
            <a:off x="5146460" y="2393830"/>
            <a:ext cx="2005854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i="1">
                <a:solidFill>
                  <a:schemeClr val="lt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Arial"/>
                <a:cs typeface="Arial"/>
              </a:rPr>
              <a:t>Amazon Shopping </a:t>
            </a:r>
            <a:endParaRPr lang="es-ES" i="1">
              <a:solidFill>
                <a:schemeClr val="lt1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latin typeface="Arial"/>
              <a:cs typeface="Arial"/>
            </a:endParaRPr>
          </a:p>
          <a:p>
            <a:pPr algn="ctr"/>
            <a:endParaRPr lang="es-ES" i="1">
              <a:solidFill>
                <a:schemeClr val="lt1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latin typeface="Arial"/>
              <a:cs typeface="Arial"/>
            </a:endParaRPr>
          </a:p>
          <a:p>
            <a:pPr algn="ctr"/>
            <a:r>
              <a:rPr lang="es-ES" i="1">
                <a:solidFill>
                  <a:schemeClr val="lt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Arial"/>
                <a:cs typeface="Arial"/>
              </a:rPr>
              <a:t>puedes hacer tus compras de forma muy cómoda utilizando tu voz</a:t>
            </a:r>
            <a:r>
              <a:rPr lang="es-ES" i="1">
                <a:solidFill>
                  <a:schemeClr val="lt1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latin typeface="Arial"/>
                <a:cs typeface="Arial"/>
              </a:rPr>
              <a:t>.</a:t>
            </a:r>
            <a:r>
              <a:rPr lang="es-ES">
                <a:latin typeface="Arial"/>
                <a:cs typeface="Arial"/>
              </a:rPr>
              <a:t>.</a:t>
            </a:r>
            <a:endParaRPr lang="es-CO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7107F07-8704-4DA6-BD20-8FA867463631}"/>
              </a:ext>
            </a:extLst>
          </p:cNvPr>
          <p:cNvSpPr txBox="1"/>
          <p:nvPr/>
        </p:nvSpPr>
        <p:spPr>
          <a:xfrm>
            <a:off x="9191098" y="1789981"/>
            <a:ext cx="2286000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i="1">
                <a:solidFill>
                  <a:schemeClr val="lt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Arial"/>
                <a:cs typeface="Arial"/>
              </a:rPr>
              <a:t>Spotify</a:t>
            </a:r>
          </a:p>
          <a:p>
            <a:pPr algn="ctr"/>
            <a:endParaRPr lang="es-ES" i="1">
              <a:solidFill>
                <a:schemeClr val="lt1"/>
              </a:solidFill>
              <a:effectLst>
                <a:outerShdw blurRad="50800" dist="50800" dir="5400000" algn="ctr" rotWithShape="0">
                  <a:schemeClr val="tx1"/>
                </a:outerShdw>
              </a:effectLst>
              <a:latin typeface="Bahnschrift SemiLight Condensed" panose="020B0502040204020203" pitchFamily="34" charset="0"/>
            </a:endParaRPr>
          </a:p>
          <a:p>
            <a:pPr algn="ctr"/>
            <a:r>
              <a:rPr lang="es-ES" i="1">
                <a:solidFill>
                  <a:schemeClr val="lt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Arial"/>
                <a:cs typeface="Arial"/>
              </a:rPr>
              <a:t>Pedir a Alexa que reproduzca tus canciones favoritas o que te sugiera listas de reproducción</a:t>
            </a:r>
            <a:endParaRPr lang="es-CO" i="1">
              <a:solidFill>
                <a:schemeClr val="lt1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latin typeface="Arial"/>
              <a:cs typeface="Arial"/>
            </a:endParaRPr>
          </a:p>
        </p:txBody>
      </p:sp>
      <p:sp>
        <p:nvSpPr>
          <p:cNvPr id="3" name="Explosión: 8 puntos 2">
            <a:extLst>
              <a:ext uri="{FF2B5EF4-FFF2-40B4-BE49-F238E27FC236}">
                <a16:creationId xmlns:a16="http://schemas.microsoft.com/office/drawing/2014/main" id="{C9D51282-7D90-CCFF-0450-7B3697D729A7}"/>
              </a:ext>
            </a:extLst>
          </p:cNvPr>
          <p:cNvSpPr/>
          <p:nvPr/>
        </p:nvSpPr>
        <p:spPr>
          <a:xfrm>
            <a:off x="8944693" y="5371920"/>
            <a:ext cx="2093343" cy="1115683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4" action="ppaction://hlinksldjump"/>
              </a:rPr>
              <a:t>ADELANTE</a:t>
            </a:r>
            <a:endParaRPr lang="es-ES"/>
          </a:p>
        </p:txBody>
      </p:sp>
      <p:sp>
        <p:nvSpPr>
          <p:cNvPr id="9" name="Cinta: curvada e inclinada hacia arriba 8">
            <a:extLst>
              <a:ext uri="{FF2B5EF4-FFF2-40B4-BE49-F238E27FC236}">
                <a16:creationId xmlns:a16="http://schemas.microsoft.com/office/drawing/2014/main" id="{94984610-7662-5179-C361-D4B45985B1ED}"/>
              </a:ext>
            </a:extLst>
          </p:cNvPr>
          <p:cNvSpPr/>
          <p:nvPr/>
        </p:nvSpPr>
        <p:spPr>
          <a:xfrm>
            <a:off x="4911033" y="5750671"/>
            <a:ext cx="2466982" cy="917102"/>
          </a:xfrm>
          <a:prstGeom prst="ellipseRibbon2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5" action="ppaction://hlinksldjump"/>
              </a:rPr>
              <a:t>INDICE</a:t>
            </a:r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1DCC019-1F79-1ABE-1C7E-7C4FED590FAB}"/>
              </a:ext>
            </a:extLst>
          </p:cNvPr>
          <p:cNvSpPr txBox="1"/>
          <p:nvPr/>
        </p:nvSpPr>
        <p:spPr>
          <a:xfrm>
            <a:off x="3465555" y="380541"/>
            <a:ext cx="44253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5400" b="1">
                <a:solidFill>
                  <a:schemeClr val="bg1"/>
                </a:solidFill>
                <a:ea typeface="Calibri"/>
                <a:cs typeface="Calibri"/>
              </a:rPr>
              <a:t>APLICACIONES</a:t>
            </a:r>
            <a:r>
              <a:rPr lang="es-ES" sz="5400" b="1">
                <a:ea typeface="Calibri"/>
                <a:cs typeface="Calibri"/>
              </a:rPr>
              <a:t> </a:t>
            </a:r>
          </a:p>
        </p:txBody>
      </p:sp>
      <p:sp>
        <p:nvSpPr>
          <p:cNvPr id="12" name="Círculo parcial 11">
            <a:extLst>
              <a:ext uri="{FF2B5EF4-FFF2-40B4-BE49-F238E27FC236}">
                <a16:creationId xmlns:a16="http://schemas.microsoft.com/office/drawing/2014/main" id="{16FA0467-3947-4D95-A5FB-DE01661F14A6}"/>
              </a:ext>
            </a:extLst>
          </p:cNvPr>
          <p:cNvSpPr/>
          <p:nvPr/>
        </p:nvSpPr>
        <p:spPr>
          <a:xfrm rot="2400000">
            <a:off x="8729932" y="5444706"/>
            <a:ext cx="914400" cy="914400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</a:rPr>
              <a:t>V</a:t>
            </a:r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78B3256-5DDA-A3B7-01DF-4B301D830057}"/>
              </a:ext>
            </a:extLst>
          </p:cNvPr>
          <p:cNvSpPr/>
          <p:nvPr/>
        </p:nvSpPr>
        <p:spPr>
          <a:xfrm>
            <a:off x="8944694" y="5601958"/>
            <a:ext cx="253042" cy="3249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sp>
        <p:nvSpPr>
          <p:cNvPr id="15" name="Explosión: 8 puntos 14">
            <a:extLst>
              <a:ext uri="{FF2B5EF4-FFF2-40B4-BE49-F238E27FC236}">
                <a16:creationId xmlns:a16="http://schemas.microsoft.com/office/drawing/2014/main" id="{C3DB8024-F5C3-81C3-DFCC-B7B27C60F216}"/>
              </a:ext>
            </a:extLst>
          </p:cNvPr>
          <p:cNvSpPr/>
          <p:nvPr/>
        </p:nvSpPr>
        <p:spPr>
          <a:xfrm>
            <a:off x="1224050" y="5558826"/>
            <a:ext cx="2093343" cy="1115683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6" action="ppaction://hlinksldjump"/>
              </a:rPr>
              <a:t>ANTERIOR</a:t>
            </a:r>
            <a:endParaRPr lang="es-ES"/>
          </a:p>
        </p:txBody>
      </p:sp>
      <p:sp>
        <p:nvSpPr>
          <p:cNvPr id="17" name="Círculo parcial 16">
            <a:extLst>
              <a:ext uri="{FF2B5EF4-FFF2-40B4-BE49-F238E27FC236}">
                <a16:creationId xmlns:a16="http://schemas.microsoft.com/office/drawing/2014/main" id="{F337C658-832A-8223-1D47-AC3DE1F41B9B}"/>
              </a:ext>
            </a:extLst>
          </p:cNvPr>
          <p:cNvSpPr/>
          <p:nvPr/>
        </p:nvSpPr>
        <p:spPr>
          <a:xfrm rot="13440000">
            <a:off x="2589003" y="5557928"/>
            <a:ext cx="914400" cy="914400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BC6E891-5F3D-AD3F-7B3A-BC82DDB317E4}"/>
              </a:ext>
            </a:extLst>
          </p:cNvPr>
          <p:cNvSpPr/>
          <p:nvPr/>
        </p:nvSpPr>
        <p:spPr>
          <a:xfrm>
            <a:off x="3049976" y="5702599"/>
            <a:ext cx="253042" cy="3249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66C5BE6-2998-4F6E-4E43-718DB7BEEA4D}"/>
              </a:ext>
            </a:extLst>
          </p:cNvPr>
          <p:cNvSpPr txBox="1"/>
          <p:nvPr/>
        </p:nvSpPr>
        <p:spPr>
          <a:xfrm>
            <a:off x="6679659" y="4880042"/>
            <a:ext cx="275617" cy="486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281B94A-D9E6-904E-F100-AD2F96B54806}"/>
              </a:ext>
            </a:extLst>
          </p:cNvPr>
          <p:cNvSpPr txBox="1"/>
          <p:nvPr/>
        </p:nvSpPr>
        <p:spPr>
          <a:xfrm>
            <a:off x="1229723" y="2211666"/>
            <a:ext cx="235501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solidFill>
                  <a:schemeClr val="bg1"/>
                </a:solidFill>
                <a:latin typeface="Arial"/>
                <a:ea typeface="Calibri"/>
                <a:cs typeface="Arial"/>
              </a:rPr>
              <a:t>Amazon Alexa</a:t>
            </a:r>
          </a:p>
          <a:p>
            <a:r>
              <a:rPr lang="es-ES">
                <a:solidFill>
                  <a:schemeClr val="bg1"/>
                </a:solidFill>
                <a:latin typeface="Arial"/>
                <a:ea typeface="Calibri"/>
                <a:cs typeface="Arial"/>
              </a:rPr>
              <a:t>Configurar dispositivos controlar hogar inteligente, gestionar lista de compras.</a:t>
            </a:r>
          </a:p>
        </p:txBody>
      </p:sp>
      <p:pic>
        <p:nvPicPr>
          <p:cNvPr id="14" name="Imagen 1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3AE08F7-5EA7-5C40-3D2B-01395748B7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1867" y="373812"/>
            <a:ext cx="1984077" cy="1337097"/>
          </a:xfrm>
          <a:prstGeom prst="rect">
            <a:avLst/>
          </a:prstGeom>
        </p:spPr>
      </p:pic>
      <p:pic>
        <p:nvPicPr>
          <p:cNvPr id="2" name="Imagen 1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E1E0CD9F-521E-91FA-283C-33867ABB9F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552" y="4764837"/>
            <a:ext cx="1894218" cy="10808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554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10" grpId="0"/>
      <p:bldP spid="3" grpId="0" animBg="1"/>
      <p:bldP spid="9" grpId="0" animBg="1"/>
      <p:bldP spid="12" grpId="0" animBg="1"/>
      <p:bldP spid="15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75000"/>
              </a:schemeClr>
            </a:gs>
            <a:gs pos="50000">
              <a:schemeClr val="accent2"/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Nube con relleno sólido">
            <a:extLst>
              <a:ext uri="{FF2B5EF4-FFF2-40B4-BE49-F238E27FC236}">
                <a16:creationId xmlns:a16="http://schemas.microsoft.com/office/drawing/2014/main" id="{ED071B71-9277-48B4-8B5A-B1A22A8F92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9667" y="-599177"/>
            <a:ext cx="4991460" cy="3237422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Diagrama de flujo: almacenamiento de acceso secuencial 5">
            <a:extLst>
              <a:ext uri="{FF2B5EF4-FFF2-40B4-BE49-F238E27FC236}">
                <a16:creationId xmlns:a16="http://schemas.microsoft.com/office/drawing/2014/main" id="{1E7C286A-9863-470D-9518-48B048B4B8FD}"/>
              </a:ext>
            </a:extLst>
          </p:cNvPr>
          <p:cNvSpPr/>
          <p:nvPr/>
        </p:nvSpPr>
        <p:spPr>
          <a:xfrm>
            <a:off x="152784" y="2866126"/>
            <a:ext cx="3282710" cy="2643098"/>
          </a:xfrm>
          <a:prstGeom prst="flowChartMagneticTap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2000">
                <a:latin typeface="Bahnschrift"/>
              </a:rPr>
              <a:t>Soporte fácil de usar 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2000">
                <a:latin typeface="Bahnschrift"/>
              </a:rPr>
              <a:t>facilita las tareas cotidianas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2000">
                <a:latin typeface="Bahnschrift"/>
              </a:rPr>
              <a:t>Opciones de entretenimiento</a:t>
            </a:r>
            <a:endParaRPr lang="es-CO" sz="2000">
              <a:latin typeface="Bahnschrift"/>
            </a:endParaRPr>
          </a:p>
        </p:txBody>
      </p:sp>
      <p:cxnSp>
        <p:nvCxnSpPr>
          <p:cNvPr id="8" name="Conector: curvado 7">
            <a:extLst>
              <a:ext uri="{FF2B5EF4-FFF2-40B4-BE49-F238E27FC236}">
                <a16:creationId xmlns:a16="http://schemas.microsoft.com/office/drawing/2014/main" id="{246D7A14-6B1D-48CA-825D-E020715A7514}"/>
              </a:ext>
            </a:extLst>
          </p:cNvPr>
          <p:cNvCxnSpPr>
            <a:cxnSpLocks/>
          </p:cNvCxnSpPr>
          <p:nvPr/>
        </p:nvCxnSpPr>
        <p:spPr>
          <a:xfrm>
            <a:off x="3434123" y="5217993"/>
            <a:ext cx="1423627" cy="1640008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grama de flujo: almacenamiento de acceso secuencial 10">
            <a:extLst>
              <a:ext uri="{FF2B5EF4-FFF2-40B4-BE49-F238E27FC236}">
                <a16:creationId xmlns:a16="http://schemas.microsoft.com/office/drawing/2014/main" id="{D1B3ECD9-E3D0-4876-8A3E-C92CAE956CA8}"/>
              </a:ext>
            </a:extLst>
          </p:cNvPr>
          <p:cNvSpPr/>
          <p:nvPr/>
        </p:nvSpPr>
        <p:spPr>
          <a:xfrm>
            <a:off x="8088791" y="181874"/>
            <a:ext cx="3590925" cy="3062289"/>
          </a:xfrm>
          <a:prstGeom prst="flowChartMagneticTap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O" sz="2000">
                <a:latin typeface="Bahnschrift"/>
              </a:rPr>
              <a:t>Permite a usuarios gestionar, automatizar numerosos dispositivos domésticos inteligentes.</a:t>
            </a:r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8668DCD3-5EEF-4E98-B724-78FC2C3BE8DD}"/>
              </a:ext>
            </a:extLst>
          </p:cNvPr>
          <p:cNvSpPr/>
          <p:nvPr/>
        </p:nvSpPr>
        <p:spPr>
          <a:xfrm>
            <a:off x="10116735" y="2872147"/>
            <a:ext cx="2095009" cy="3061477"/>
          </a:xfrm>
          <a:custGeom>
            <a:avLst/>
            <a:gdLst>
              <a:gd name="connsiteX0" fmla="*/ 1057275 w 1649311"/>
              <a:gd name="connsiteY0" fmla="*/ 142875 h 3362325"/>
              <a:gd name="connsiteX1" fmla="*/ 1104900 w 1649311"/>
              <a:gd name="connsiteY1" fmla="*/ 114300 h 3362325"/>
              <a:gd name="connsiteX2" fmla="*/ 1133475 w 1649311"/>
              <a:gd name="connsiteY2" fmla="*/ 85725 h 3362325"/>
              <a:gd name="connsiteX3" fmla="*/ 1162050 w 1649311"/>
              <a:gd name="connsiteY3" fmla="*/ 66675 h 3362325"/>
              <a:gd name="connsiteX4" fmla="*/ 1181100 w 1649311"/>
              <a:gd name="connsiteY4" fmla="*/ 38100 h 3362325"/>
              <a:gd name="connsiteX5" fmla="*/ 1285875 w 1649311"/>
              <a:gd name="connsiteY5" fmla="*/ 0 h 3362325"/>
              <a:gd name="connsiteX6" fmla="*/ 1447800 w 1649311"/>
              <a:gd name="connsiteY6" fmla="*/ 9525 h 3362325"/>
              <a:gd name="connsiteX7" fmla="*/ 1466850 w 1649311"/>
              <a:gd name="connsiteY7" fmla="*/ 38100 h 3362325"/>
              <a:gd name="connsiteX8" fmla="*/ 1485900 w 1649311"/>
              <a:gd name="connsiteY8" fmla="*/ 152400 h 3362325"/>
              <a:gd name="connsiteX9" fmla="*/ 1504950 w 1649311"/>
              <a:gd name="connsiteY9" fmla="*/ 200025 h 3362325"/>
              <a:gd name="connsiteX10" fmla="*/ 1504950 w 1649311"/>
              <a:gd name="connsiteY10" fmla="*/ 628650 h 3362325"/>
              <a:gd name="connsiteX11" fmla="*/ 1476375 w 1649311"/>
              <a:gd name="connsiteY11" fmla="*/ 685800 h 3362325"/>
              <a:gd name="connsiteX12" fmla="*/ 1314450 w 1649311"/>
              <a:gd name="connsiteY12" fmla="*/ 809625 h 3362325"/>
              <a:gd name="connsiteX13" fmla="*/ 1171575 w 1649311"/>
              <a:gd name="connsiteY13" fmla="*/ 847725 h 3362325"/>
              <a:gd name="connsiteX14" fmla="*/ 971550 w 1649311"/>
              <a:gd name="connsiteY14" fmla="*/ 904875 h 3362325"/>
              <a:gd name="connsiteX15" fmla="*/ 723900 w 1649311"/>
              <a:gd name="connsiteY15" fmla="*/ 962025 h 3362325"/>
              <a:gd name="connsiteX16" fmla="*/ 609600 w 1649311"/>
              <a:gd name="connsiteY16" fmla="*/ 1000125 h 3362325"/>
              <a:gd name="connsiteX17" fmla="*/ 504825 w 1649311"/>
              <a:gd name="connsiteY17" fmla="*/ 1038225 h 3362325"/>
              <a:gd name="connsiteX18" fmla="*/ 457200 w 1649311"/>
              <a:gd name="connsiteY18" fmla="*/ 1076325 h 3362325"/>
              <a:gd name="connsiteX19" fmla="*/ 247650 w 1649311"/>
              <a:gd name="connsiteY19" fmla="*/ 1219200 h 3362325"/>
              <a:gd name="connsiteX20" fmla="*/ 142875 w 1649311"/>
              <a:gd name="connsiteY20" fmla="*/ 1314450 h 3362325"/>
              <a:gd name="connsiteX21" fmla="*/ 85725 w 1649311"/>
              <a:gd name="connsiteY21" fmla="*/ 1457325 h 3362325"/>
              <a:gd name="connsiteX22" fmla="*/ 66675 w 1649311"/>
              <a:gd name="connsiteY22" fmla="*/ 1543050 h 3362325"/>
              <a:gd name="connsiteX23" fmla="*/ 28575 w 1649311"/>
              <a:gd name="connsiteY23" fmla="*/ 1609725 h 3362325"/>
              <a:gd name="connsiteX24" fmla="*/ 19050 w 1649311"/>
              <a:gd name="connsiteY24" fmla="*/ 1685925 h 3362325"/>
              <a:gd name="connsiteX25" fmla="*/ 0 w 1649311"/>
              <a:gd name="connsiteY25" fmla="*/ 1809750 h 3362325"/>
              <a:gd name="connsiteX26" fmla="*/ 47625 w 1649311"/>
              <a:gd name="connsiteY26" fmla="*/ 2076450 h 3362325"/>
              <a:gd name="connsiteX27" fmla="*/ 66675 w 1649311"/>
              <a:gd name="connsiteY27" fmla="*/ 2133600 h 3362325"/>
              <a:gd name="connsiteX28" fmla="*/ 95250 w 1649311"/>
              <a:gd name="connsiteY28" fmla="*/ 2190750 h 3362325"/>
              <a:gd name="connsiteX29" fmla="*/ 180975 w 1649311"/>
              <a:gd name="connsiteY29" fmla="*/ 2409825 h 3362325"/>
              <a:gd name="connsiteX30" fmla="*/ 228600 w 1649311"/>
              <a:gd name="connsiteY30" fmla="*/ 2419350 h 3362325"/>
              <a:gd name="connsiteX31" fmla="*/ 285750 w 1649311"/>
              <a:gd name="connsiteY31" fmla="*/ 2438400 h 3362325"/>
              <a:gd name="connsiteX32" fmla="*/ 371475 w 1649311"/>
              <a:gd name="connsiteY32" fmla="*/ 2447925 h 3362325"/>
              <a:gd name="connsiteX33" fmla="*/ 428625 w 1649311"/>
              <a:gd name="connsiteY33" fmla="*/ 2466975 h 3362325"/>
              <a:gd name="connsiteX34" fmla="*/ 619125 w 1649311"/>
              <a:gd name="connsiteY34" fmla="*/ 2457450 h 3362325"/>
              <a:gd name="connsiteX35" fmla="*/ 647700 w 1649311"/>
              <a:gd name="connsiteY35" fmla="*/ 2447925 h 3362325"/>
              <a:gd name="connsiteX36" fmla="*/ 781050 w 1649311"/>
              <a:gd name="connsiteY36" fmla="*/ 2362200 h 3362325"/>
              <a:gd name="connsiteX37" fmla="*/ 847725 w 1649311"/>
              <a:gd name="connsiteY37" fmla="*/ 2324100 h 3362325"/>
              <a:gd name="connsiteX38" fmla="*/ 895350 w 1649311"/>
              <a:gd name="connsiteY38" fmla="*/ 2286000 h 3362325"/>
              <a:gd name="connsiteX39" fmla="*/ 990600 w 1649311"/>
              <a:gd name="connsiteY39" fmla="*/ 2209800 h 3362325"/>
              <a:gd name="connsiteX40" fmla="*/ 1038225 w 1649311"/>
              <a:gd name="connsiteY40" fmla="*/ 2200275 h 3362325"/>
              <a:gd name="connsiteX41" fmla="*/ 1219200 w 1649311"/>
              <a:gd name="connsiteY41" fmla="*/ 2209800 h 3362325"/>
              <a:gd name="connsiteX42" fmla="*/ 1276350 w 1649311"/>
              <a:gd name="connsiteY42" fmla="*/ 2266950 h 3362325"/>
              <a:gd name="connsiteX43" fmla="*/ 1314450 w 1649311"/>
              <a:gd name="connsiteY43" fmla="*/ 2324100 h 3362325"/>
              <a:gd name="connsiteX44" fmla="*/ 1362075 w 1649311"/>
              <a:gd name="connsiteY44" fmla="*/ 2419350 h 3362325"/>
              <a:gd name="connsiteX45" fmla="*/ 1400175 w 1649311"/>
              <a:gd name="connsiteY45" fmla="*/ 2543175 h 3362325"/>
              <a:gd name="connsiteX46" fmla="*/ 1438275 w 1649311"/>
              <a:gd name="connsiteY46" fmla="*/ 2686050 h 3362325"/>
              <a:gd name="connsiteX47" fmla="*/ 1457325 w 1649311"/>
              <a:gd name="connsiteY47" fmla="*/ 2790825 h 3362325"/>
              <a:gd name="connsiteX48" fmla="*/ 1485900 w 1649311"/>
              <a:gd name="connsiteY48" fmla="*/ 2886075 h 3362325"/>
              <a:gd name="connsiteX49" fmla="*/ 1504950 w 1649311"/>
              <a:gd name="connsiteY49" fmla="*/ 2981325 h 3362325"/>
              <a:gd name="connsiteX50" fmla="*/ 1524000 w 1649311"/>
              <a:gd name="connsiteY50" fmla="*/ 3048000 h 3362325"/>
              <a:gd name="connsiteX51" fmla="*/ 1533525 w 1649311"/>
              <a:gd name="connsiteY51" fmla="*/ 3095625 h 3362325"/>
              <a:gd name="connsiteX52" fmla="*/ 1552575 w 1649311"/>
              <a:gd name="connsiteY52" fmla="*/ 3133725 h 3362325"/>
              <a:gd name="connsiteX53" fmla="*/ 1562100 w 1649311"/>
              <a:gd name="connsiteY53" fmla="*/ 3171825 h 3362325"/>
              <a:gd name="connsiteX54" fmla="*/ 1590675 w 1649311"/>
              <a:gd name="connsiteY54" fmla="*/ 3219450 h 3362325"/>
              <a:gd name="connsiteX55" fmla="*/ 1600200 w 1649311"/>
              <a:gd name="connsiteY55" fmla="*/ 3248025 h 3362325"/>
              <a:gd name="connsiteX56" fmla="*/ 1619250 w 1649311"/>
              <a:gd name="connsiteY56" fmla="*/ 3286125 h 3362325"/>
              <a:gd name="connsiteX57" fmla="*/ 1647825 w 1649311"/>
              <a:gd name="connsiteY57" fmla="*/ 3333750 h 3362325"/>
              <a:gd name="connsiteX58" fmla="*/ 1647825 w 1649311"/>
              <a:gd name="connsiteY58" fmla="*/ 3362325 h 3362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649311" h="3362325">
                <a:moveTo>
                  <a:pt x="1057275" y="142875"/>
                </a:moveTo>
                <a:cubicBezTo>
                  <a:pt x="1073150" y="133350"/>
                  <a:pt x="1090089" y="125408"/>
                  <a:pt x="1104900" y="114300"/>
                </a:cubicBezTo>
                <a:cubicBezTo>
                  <a:pt x="1115676" y="106218"/>
                  <a:pt x="1123127" y="94349"/>
                  <a:pt x="1133475" y="85725"/>
                </a:cubicBezTo>
                <a:cubicBezTo>
                  <a:pt x="1142269" y="78396"/>
                  <a:pt x="1152525" y="73025"/>
                  <a:pt x="1162050" y="66675"/>
                </a:cubicBezTo>
                <a:cubicBezTo>
                  <a:pt x="1168400" y="57150"/>
                  <a:pt x="1172306" y="45429"/>
                  <a:pt x="1181100" y="38100"/>
                </a:cubicBezTo>
                <a:cubicBezTo>
                  <a:pt x="1204099" y="18935"/>
                  <a:pt x="1263786" y="6311"/>
                  <a:pt x="1285875" y="0"/>
                </a:cubicBezTo>
                <a:cubicBezTo>
                  <a:pt x="1339850" y="3175"/>
                  <a:pt x="1394891" y="-1614"/>
                  <a:pt x="1447800" y="9525"/>
                </a:cubicBezTo>
                <a:cubicBezTo>
                  <a:pt x="1459002" y="11883"/>
                  <a:pt x="1463900" y="27039"/>
                  <a:pt x="1466850" y="38100"/>
                </a:cubicBezTo>
                <a:cubicBezTo>
                  <a:pt x="1476802" y="75421"/>
                  <a:pt x="1477053" y="114801"/>
                  <a:pt x="1485900" y="152400"/>
                </a:cubicBezTo>
                <a:cubicBezTo>
                  <a:pt x="1489816" y="169043"/>
                  <a:pt x="1498600" y="184150"/>
                  <a:pt x="1504950" y="200025"/>
                </a:cubicBezTo>
                <a:cubicBezTo>
                  <a:pt x="1532325" y="364276"/>
                  <a:pt x="1531089" y="334584"/>
                  <a:pt x="1504950" y="628650"/>
                </a:cubicBezTo>
                <a:cubicBezTo>
                  <a:pt x="1503064" y="649865"/>
                  <a:pt x="1489361" y="668918"/>
                  <a:pt x="1476375" y="685800"/>
                </a:cubicBezTo>
                <a:cubicBezTo>
                  <a:pt x="1437523" y="736308"/>
                  <a:pt x="1373033" y="786192"/>
                  <a:pt x="1314450" y="809625"/>
                </a:cubicBezTo>
                <a:cubicBezTo>
                  <a:pt x="1268686" y="827931"/>
                  <a:pt x="1219066" y="834533"/>
                  <a:pt x="1171575" y="847725"/>
                </a:cubicBezTo>
                <a:cubicBezTo>
                  <a:pt x="1104762" y="866284"/>
                  <a:pt x="1039117" y="889283"/>
                  <a:pt x="971550" y="904875"/>
                </a:cubicBezTo>
                <a:cubicBezTo>
                  <a:pt x="889000" y="923925"/>
                  <a:pt x="804272" y="935234"/>
                  <a:pt x="723900" y="962025"/>
                </a:cubicBezTo>
                <a:cubicBezTo>
                  <a:pt x="685800" y="974725"/>
                  <a:pt x="646736" y="984834"/>
                  <a:pt x="609600" y="1000125"/>
                </a:cubicBezTo>
                <a:cubicBezTo>
                  <a:pt x="496120" y="1046852"/>
                  <a:pt x="631660" y="1017086"/>
                  <a:pt x="504825" y="1038225"/>
                </a:cubicBezTo>
                <a:cubicBezTo>
                  <a:pt x="488950" y="1050925"/>
                  <a:pt x="473826" y="1064625"/>
                  <a:pt x="457200" y="1076325"/>
                </a:cubicBezTo>
                <a:cubicBezTo>
                  <a:pt x="388062" y="1124978"/>
                  <a:pt x="313665" y="1166388"/>
                  <a:pt x="247650" y="1219200"/>
                </a:cubicBezTo>
                <a:cubicBezTo>
                  <a:pt x="212722" y="1247143"/>
                  <a:pt x="169697" y="1278687"/>
                  <a:pt x="142875" y="1314450"/>
                </a:cubicBezTo>
                <a:cubicBezTo>
                  <a:pt x="119805" y="1345210"/>
                  <a:pt x="94200" y="1426816"/>
                  <a:pt x="85725" y="1457325"/>
                </a:cubicBezTo>
                <a:cubicBezTo>
                  <a:pt x="77891" y="1485529"/>
                  <a:pt x="76953" y="1515642"/>
                  <a:pt x="66675" y="1543050"/>
                </a:cubicBezTo>
                <a:cubicBezTo>
                  <a:pt x="57687" y="1567018"/>
                  <a:pt x="41275" y="1587500"/>
                  <a:pt x="28575" y="1609725"/>
                </a:cubicBezTo>
                <a:cubicBezTo>
                  <a:pt x="25400" y="1635125"/>
                  <a:pt x="22670" y="1660585"/>
                  <a:pt x="19050" y="1685925"/>
                </a:cubicBezTo>
                <a:cubicBezTo>
                  <a:pt x="13144" y="1727266"/>
                  <a:pt x="0" y="1767989"/>
                  <a:pt x="0" y="1809750"/>
                </a:cubicBezTo>
                <a:cubicBezTo>
                  <a:pt x="0" y="1931041"/>
                  <a:pt x="15619" y="1974031"/>
                  <a:pt x="47625" y="2076450"/>
                </a:cubicBezTo>
                <a:cubicBezTo>
                  <a:pt x="53615" y="2095616"/>
                  <a:pt x="58952" y="2115064"/>
                  <a:pt x="66675" y="2133600"/>
                </a:cubicBezTo>
                <a:cubicBezTo>
                  <a:pt x="74867" y="2153260"/>
                  <a:pt x="88161" y="2170666"/>
                  <a:pt x="95250" y="2190750"/>
                </a:cubicBezTo>
                <a:cubicBezTo>
                  <a:pt x="105020" y="2218431"/>
                  <a:pt x="142952" y="2402220"/>
                  <a:pt x="180975" y="2409825"/>
                </a:cubicBezTo>
                <a:cubicBezTo>
                  <a:pt x="196850" y="2413000"/>
                  <a:pt x="212981" y="2415090"/>
                  <a:pt x="228600" y="2419350"/>
                </a:cubicBezTo>
                <a:cubicBezTo>
                  <a:pt x="247973" y="2424634"/>
                  <a:pt x="266059" y="2434462"/>
                  <a:pt x="285750" y="2438400"/>
                </a:cubicBezTo>
                <a:cubicBezTo>
                  <a:pt x="313943" y="2444039"/>
                  <a:pt x="342900" y="2444750"/>
                  <a:pt x="371475" y="2447925"/>
                </a:cubicBezTo>
                <a:cubicBezTo>
                  <a:pt x="390525" y="2454275"/>
                  <a:pt x="408559" y="2466203"/>
                  <a:pt x="428625" y="2466975"/>
                </a:cubicBezTo>
                <a:cubicBezTo>
                  <a:pt x="492157" y="2469419"/>
                  <a:pt x="555785" y="2462958"/>
                  <a:pt x="619125" y="2457450"/>
                </a:cubicBezTo>
                <a:cubicBezTo>
                  <a:pt x="629127" y="2456580"/>
                  <a:pt x="638860" y="2452685"/>
                  <a:pt x="647700" y="2447925"/>
                </a:cubicBezTo>
                <a:cubicBezTo>
                  <a:pt x="871472" y="2327433"/>
                  <a:pt x="664062" y="2436647"/>
                  <a:pt x="781050" y="2362200"/>
                </a:cubicBezTo>
                <a:cubicBezTo>
                  <a:pt x="802646" y="2348457"/>
                  <a:pt x="826426" y="2338299"/>
                  <a:pt x="847725" y="2324100"/>
                </a:cubicBezTo>
                <a:cubicBezTo>
                  <a:pt x="864641" y="2312823"/>
                  <a:pt x="880239" y="2299600"/>
                  <a:pt x="895350" y="2286000"/>
                </a:cubicBezTo>
                <a:cubicBezTo>
                  <a:pt x="935769" y="2249623"/>
                  <a:pt x="940461" y="2229856"/>
                  <a:pt x="990600" y="2209800"/>
                </a:cubicBezTo>
                <a:cubicBezTo>
                  <a:pt x="1005631" y="2203787"/>
                  <a:pt x="1022350" y="2203450"/>
                  <a:pt x="1038225" y="2200275"/>
                </a:cubicBezTo>
                <a:lnTo>
                  <a:pt x="1219200" y="2209800"/>
                </a:lnTo>
                <a:cubicBezTo>
                  <a:pt x="1245143" y="2217064"/>
                  <a:pt x="1259103" y="2246254"/>
                  <a:pt x="1276350" y="2266950"/>
                </a:cubicBezTo>
                <a:cubicBezTo>
                  <a:pt x="1291007" y="2284539"/>
                  <a:pt x="1302158" y="2304784"/>
                  <a:pt x="1314450" y="2324100"/>
                </a:cubicBezTo>
                <a:cubicBezTo>
                  <a:pt x="1337159" y="2359785"/>
                  <a:pt x="1349691" y="2379103"/>
                  <a:pt x="1362075" y="2419350"/>
                </a:cubicBezTo>
                <a:cubicBezTo>
                  <a:pt x="1408469" y="2570130"/>
                  <a:pt x="1356253" y="2433369"/>
                  <a:pt x="1400175" y="2543175"/>
                </a:cubicBezTo>
                <a:cubicBezTo>
                  <a:pt x="1424481" y="2737619"/>
                  <a:pt x="1388488" y="2506816"/>
                  <a:pt x="1438275" y="2686050"/>
                </a:cubicBezTo>
                <a:cubicBezTo>
                  <a:pt x="1447776" y="2720253"/>
                  <a:pt x="1449103" y="2756293"/>
                  <a:pt x="1457325" y="2790825"/>
                </a:cubicBezTo>
                <a:cubicBezTo>
                  <a:pt x="1465003" y="2823072"/>
                  <a:pt x="1477860" y="2853917"/>
                  <a:pt x="1485900" y="2886075"/>
                </a:cubicBezTo>
                <a:cubicBezTo>
                  <a:pt x="1493753" y="2917487"/>
                  <a:pt x="1496055" y="2950192"/>
                  <a:pt x="1504950" y="2981325"/>
                </a:cubicBezTo>
                <a:cubicBezTo>
                  <a:pt x="1511300" y="3003550"/>
                  <a:pt x="1518394" y="3025576"/>
                  <a:pt x="1524000" y="3048000"/>
                </a:cubicBezTo>
                <a:cubicBezTo>
                  <a:pt x="1527927" y="3063706"/>
                  <a:pt x="1528405" y="3080266"/>
                  <a:pt x="1533525" y="3095625"/>
                </a:cubicBezTo>
                <a:cubicBezTo>
                  <a:pt x="1538015" y="3109095"/>
                  <a:pt x="1547589" y="3120430"/>
                  <a:pt x="1552575" y="3133725"/>
                </a:cubicBezTo>
                <a:cubicBezTo>
                  <a:pt x="1557172" y="3145982"/>
                  <a:pt x="1556783" y="3159862"/>
                  <a:pt x="1562100" y="3171825"/>
                </a:cubicBezTo>
                <a:cubicBezTo>
                  <a:pt x="1569619" y="3188743"/>
                  <a:pt x="1582396" y="3202891"/>
                  <a:pt x="1590675" y="3219450"/>
                </a:cubicBezTo>
                <a:cubicBezTo>
                  <a:pt x="1595165" y="3228430"/>
                  <a:pt x="1596245" y="3238797"/>
                  <a:pt x="1600200" y="3248025"/>
                </a:cubicBezTo>
                <a:cubicBezTo>
                  <a:pt x="1605793" y="3261076"/>
                  <a:pt x="1612354" y="3273713"/>
                  <a:pt x="1619250" y="3286125"/>
                </a:cubicBezTo>
                <a:cubicBezTo>
                  <a:pt x="1628241" y="3302309"/>
                  <a:pt x="1641325" y="3316415"/>
                  <a:pt x="1647825" y="3333750"/>
                </a:cubicBezTo>
                <a:cubicBezTo>
                  <a:pt x="1651169" y="3342669"/>
                  <a:pt x="1647825" y="3352800"/>
                  <a:pt x="1647825" y="3362325"/>
                </a:cubicBez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Diagrama de flujo: almacenamiento de acceso secuencial 14">
            <a:extLst>
              <a:ext uri="{FF2B5EF4-FFF2-40B4-BE49-F238E27FC236}">
                <a16:creationId xmlns:a16="http://schemas.microsoft.com/office/drawing/2014/main" id="{B2E1331B-F3CD-4579-BAA5-898E577C36F5}"/>
              </a:ext>
            </a:extLst>
          </p:cNvPr>
          <p:cNvSpPr/>
          <p:nvPr/>
        </p:nvSpPr>
        <p:spPr>
          <a:xfrm>
            <a:off x="4021640" y="2297654"/>
            <a:ext cx="3952132" cy="2914651"/>
          </a:xfrm>
          <a:prstGeom prst="flowChartMagneticTap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2000">
                <a:latin typeface="Bahnschrift"/>
              </a:rPr>
              <a:t>Mayor accesibilidad y diversidad ayudan a las personas con discapacidad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2000">
                <a:latin typeface="Bahnschrift"/>
              </a:rPr>
              <a:t>Recursos educativos y acceso al conocimiento</a:t>
            </a:r>
            <a:endParaRPr lang="es-CO" sz="2000">
              <a:latin typeface="Bahnschrift"/>
            </a:endParaRPr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57902B64-4D69-4AB1-876C-8F76E95C4D46}"/>
              </a:ext>
            </a:extLst>
          </p:cNvPr>
          <p:cNvSpPr/>
          <p:nvPr/>
        </p:nvSpPr>
        <p:spPr>
          <a:xfrm>
            <a:off x="7441811" y="4557106"/>
            <a:ext cx="2683264" cy="2315271"/>
          </a:xfrm>
          <a:custGeom>
            <a:avLst/>
            <a:gdLst>
              <a:gd name="connsiteX0" fmla="*/ 0 w 2371725"/>
              <a:gd name="connsiteY0" fmla="*/ 523875 h 2209800"/>
              <a:gd name="connsiteX1" fmla="*/ 390525 w 2371725"/>
              <a:gd name="connsiteY1" fmla="*/ 457200 h 2209800"/>
              <a:gd name="connsiteX2" fmla="*/ 428625 w 2371725"/>
              <a:gd name="connsiteY2" fmla="*/ 428625 h 2209800"/>
              <a:gd name="connsiteX3" fmla="*/ 485775 w 2371725"/>
              <a:gd name="connsiteY3" fmla="*/ 314325 h 2209800"/>
              <a:gd name="connsiteX4" fmla="*/ 533400 w 2371725"/>
              <a:gd name="connsiteY4" fmla="*/ 228600 h 2209800"/>
              <a:gd name="connsiteX5" fmla="*/ 581025 w 2371725"/>
              <a:gd name="connsiteY5" fmla="*/ 171450 h 2209800"/>
              <a:gd name="connsiteX6" fmla="*/ 676275 w 2371725"/>
              <a:gd name="connsiteY6" fmla="*/ 47625 h 2209800"/>
              <a:gd name="connsiteX7" fmla="*/ 714375 w 2371725"/>
              <a:gd name="connsiteY7" fmla="*/ 28575 h 2209800"/>
              <a:gd name="connsiteX8" fmla="*/ 742950 w 2371725"/>
              <a:gd name="connsiteY8" fmla="*/ 9525 h 2209800"/>
              <a:gd name="connsiteX9" fmla="*/ 847725 w 2371725"/>
              <a:gd name="connsiteY9" fmla="*/ 0 h 2209800"/>
              <a:gd name="connsiteX10" fmla="*/ 1000125 w 2371725"/>
              <a:gd name="connsiteY10" fmla="*/ 9525 h 2209800"/>
              <a:gd name="connsiteX11" fmla="*/ 1057275 w 2371725"/>
              <a:gd name="connsiteY11" fmla="*/ 38100 h 2209800"/>
              <a:gd name="connsiteX12" fmla="*/ 1162050 w 2371725"/>
              <a:gd name="connsiteY12" fmla="*/ 142875 h 2209800"/>
              <a:gd name="connsiteX13" fmla="*/ 1285875 w 2371725"/>
              <a:gd name="connsiteY13" fmla="*/ 333375 h 2209800"/>
              <a:gd name="connsiteX14" fmla="*/ 1323975 w 2371725"/>
              <a:gd name="connsiteY14" fmla="*/ 428625 h 2209800"/>
              <a:gd name="connsiteX15" fmla="*/ 1362075 w 2371725"/>
              <a:gd name="connsiteY15" fmla="*/ 523875 h 2209800"/>
              <a:gd name="connsiteX16" fmla="*/ 1343025 w 2371725"/>
              <a:gd name="connsiteY16" fmla="*/ 838200 h 2209800"/>
              <a:gd name="connsiteX17" fmla="*/ 1304925 w 2371725"/>
              <a:gd name="connsiteY17" fmla="*/ 866775 h 2209800"/>
              <a:gd name="connsiteX18" fmla="*/ 1247775 w 2371725"/>
              <a:gd name="connsiteY18" fmla="*/ 923925 h 2209800"/>
              <a:gd name="connsiteX19" fmla="*/ 1114425 w 2371725"/>
              <a:gd name="connsiteY19" fmla="*/ 1000125 h 2209800"/>
              <a:gd name="connsiteX20" fmla="*/ 1066800 w 2371725"/>
              <a:gd name="connsiteY20" fmla="*/ 1028700 h 2209800"/>
              <a:gd name="connsiteX21" fmla="*/ 952500 w 2371725"/>
              <a:gd name="connsiteY21" fmla="*/ 1066800 h 2209800"/>
              <a:gd name="connsiteX22" fmla="*/ 876300 w 2371725"/>
              <a:gd name="connsiteY22" fmla="*/ 1123950 h 2209800"/>
              <a:gd name="connsiteX23" fmla="*/ 790575 w 2371725"/>
              <a:gd name="connsiteY23" fmla="*/ 1181100 h 2209800"/>
              <a:gd name="connsiteX24" fmla="*/ 733425 w 2371725"/>
              <a:gd name="connsiteY24" fmla="*/ 1285875 h 2209800"/>
              <a:gd name="connsiteX25" fmla="*/ 762000 w 2371725"/>
              <a:gd name="connsiteY25" fmla="*/ 1495425 h 2209800"/>
              <a:gd name="connsiteX26" fmla="*/ 819150 w 2371725"/>
              <a:gd name="connsiteY26" fmla="*/ 1552575 h 2209800"/>
              <a:gd name="connsiteX27" fmla="*/ 838200 w 2371725"/>
              <a:gd name="connsiteY27" fmla="*/ 1581150 h 2209800"/>
              <a:gd name="connsiteX28" fmla="*/ 885825 w 2371725"/>
              <a:gd name="connsiteY28" fmla="*/ 1590675 h 2209800"/>
              <a:gd name="connsiteX29" fmla="*/ 952500 w 2371725"/>
              <a:gd name="connsiteY29" fmla="*/ 1628775 h 2209800"/>
              <a:gd name="connsiteX30" fmla="*/ 1066800 w 2371725"/>
              <a:gd name="connsiteY30" fmla="*/ 1647825 h 2209800"/>
              <a:gd name="connsiteX31" fmla="*/ 1095375 w 2371725"/>
              <a:gd name="connsiteY31" fmla="*/ 1657350 h 2209800"/>
              <a:gd name="connsiteX32" fmla="*/ 1304925 w 2371725"/>
              <a:gd name="connsiteY32" fmla="*/ 1647825 h 2209800"/>
              <a:gd name="connsiteX33" fmla="*/ 1352550 w 2371725"/>
              <a:gd name="connsiteY33" fmla="*/ 1619250 h 2209800"/>
              <a:gd name="connsiteX34" fmla="*/ 1409700 w 2371725"/>
              <a:gd name="connsiteY34" fmla="*/ 1581150 h 2209800"/>
              <a:gd name="connsiteX35" fmla="*/ 1466850 w 2371725"/>
              <a:gd name="connsiteY35" fmla="*/ 1552575 h 2209800"/>
              <a:gd name="connsiteX36" fmla="*/ 1495425 w 2371725"/>
              <a:gd name="connsiteY36" fmla="*/ 1524000 h 2209800"/>
              <a:gd name="connsiteX37" fmla="*/ 1562100 w 2371725"/>
              <a:gd name="connsiteY37" fmla="*/ 1466850 h 2209800"/>
              <a:gd name="connsiteX38" fmla="*/ 1590675 w 2371725"/>
              <a:gd name="connsiteY38" fmla="*/ 1438275 h 2209800"/>
              <a:gd name="connsiteX39" fmla="*/ 1666875 w 2371725"/>
              <a:gd name="connsiteY39" fmla="*/ 1419225 h 2209800"/>
              <a:gd name="connsiteX40" fmla="*/ 1905000 w 2371725"/>
              <a:gd name="connsiteY40" fmla="*/ 1476375 h 2209800"/>
              <a:gd name="connsiteX41" fmla="*/ 1933575 w 2371725"/>
              <a:gd name="connsiteY41" fmla="*/ 1514475 h 2209800"/>
              <a:gd name="connsiteX42" fmla="*/ 1962150 w 2371725"/>
              <a:gd name="connsiteY42" fmla="*/ 1533525 h 2209800"/>
              <a:gd name="connsiteX43" fmla="*/ 2038350 w 2371725"/>
              <a:gd name="connsiteY43" fmla="*/ 1638300 h 2209800"/>
              <a:gd name="connsiteX44" fmla="*/ 2076450 w 2371725"/>
              <a:gd name="connsiteY44" fmla="*/ 1685925 h 2209800"/>
              <a:gd name="connsiteX45" fmla="*/ 2181225 w 2371725"/>
              <a:gd name="connsiteY45" fmla="*/ 1857375 h 2209800"/>
              <a:gd name="connsiteX46" fmla="*/ 2219325 w 2371725"/>
              <a:gd name="connsiteY46" fmla="*/ 1924050 h 2209800"/>
              <a:gd name="connsiteX47" fmla="*/ 2257425 w 2371725"/>
              <a:gd name="connsiteY47" fmla="*/ 1981200 h 2209800"/>
              <a:gd name="connsiteX48" fmla="*/ 2314575 w 2371725"/>
              <a:gd name="connsiteY48" fmla="*/ 2076450 h 2209800"/>
              <a:gd name="connsiteX49" fmla="*/ 2343150 w 2371725"/>
              <a:gd name="connsiteY49" fmla="*/ 2152650 h 2209800"/>
              <a:gd name="connsiteX50" fmla="*/ 2362200 w 2371725"/>
              <a:gd name="connsiteY50" fmla="*/ 2190750 h 2209800"/>
              <a:gd name="connsiteX51" fmla="*/ 2371725 w 2371725"/>
              <a:gd name="connsiteY51" fmla="*/ 2209800 h 22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371725" h="2209800">
                <a:moveTo>
                  <a:pt x="0" y="523875"/>
                </a:moveTo>
                <a:cubicBezTo>
                  <a:pt x="195161" y="504988"/>
                  <a:pt x="249854" y="527535"/>
                  <a:pt x="390525" y="457200"/>
                </a:cubicBezTo>
                <a:cubicBezTo>
                  <a:pt x="404724" y="450100"/>
                  <a:pt x="415925" y="438150"/>
                  <a:pt x="428625" y="428625"/>
                </a:cubicBezTo>
                <a:lnTo>
                  <a:pt x="485775" y="314325"/>
                </a:lnTo>
                <a:cubicBezTo>
                  <a:pt x="500262" y="285351"/>
                  <a:pt x="514264" y="254912"/>
                  <a:pt x="533400" y="228600"/>
                </a:cubicBezTo>
                <a:cubicBezTo>
                  <a:pt x="547985" y="208545"/>
                  <a:pt x="566976" y="191884"/>
                  <a:pt x="581025" y="171450"/>
                </a:cubicBezTo>
                <a:cubicBezTo>
                  <a:pt x="639244" y="86768"/>
                  <a:pt x="611597" y="88049"/>
                  <a:pt x="676275" y="47625"/>
                </a:cubicBezTo>
                <a:cubicBezTo>
                  <a:pt x="688316" y="40100"/>
                  <a:pt x="702047" y="35620"/>
                  <a:pt x="714375" y="28575"/>
                </a:cubicBezTo>
                <a:cubicBezTo>
                  <a:pt x="724314" y="22895"/>
                  <a:pt x="731756" y="11924"/>
                  <a:pt x="742950" y="9525"/>
                </a:cubicBezTo>
                <a:cubicBezTo>
                  <a:pt x="777241" y="2177"/>
                  <a:pt x="812800" y="3175"/>
                  <a:pt x="847725" y="0"/>
                </a:cubicBezTo>
                <a:cubicBezTo>
                  <a:pt x="898525" y="3175"/>
                  <a:pt x="950047" y="420"/>
                  <a:pt x="1000125" y="9525"/>
                </a:cubicBezTo>
                <a:cubicBezTo>
                  <a:pt x="1021080" y="13335"/>
                  <a:pt x="1040834" y="24560"/>
                  <a:pt x="1057275" y="38100"/>
                </a:cubicBezTo>
                <a:cubicBezTo>
                  <a:pt x="1095402" y="69498"/>
                  <a:pt x="1133936" y="102266"/>
                  <a:pt x="1162050" y="142875"/>
                </a:cubicBezTo>
                <a:cubicBezTo>
                  <a:pt x="1262345" y="287746"/>
                  <a:pt x="1222868" y="223113"/>
                  <a:pt x="1285875" y="333375"/>
                </a:cubicBezTo>
                <a:cubicBezTo>
                  <a:pt x="1304409" y="426047"/>
                  <a:pt x="1280920" y="336364"/>
                  <a:pt x="1323975" y="428625"/>
                </a:cubicBezTo>
                <a:cubicBezTo>
                  <a:pt x="1338436" y="459613"/>
                  <a:pt x="1349375" y="492125"/>
                  <a:pt x="1362075" y="523875"/>
                </a:cubicBezTo>
                <a:cubicBezTo>
                  <a:pt x="1355725" y="628650"/>
                  <a:pt x="1360282" y="734661"/>
                  <a:pt x="1343025" y="838200"/>
                </a:cubicBezTo>
                <a:cubicBezTo>
                  <a:pt x="1340415" y="853859"/>
                  <a:pt x="1316725" y="856155"/>
                  <a:pt x="1304925" y="866775"/>
                </a:cubicBezTo>
                <a:cubicBezTo>
                  <a:pt x="1284900" y="884797"/>
                  <a:pt x="1268230" y="906392"/>
                  <a:pt x="1247775" y="923925"/>
                </a:cubicBezTo>
                <a:cubicBezTo>
                  <a:pt x="1050856" y="1092712"/>
                  <a:pt x="1267885" y="908049"/>
                  <a:pt x="1114425" y="1000125"/>
                </a:cubicBezTo>
                <a:cubicBezTo>
                  <a:pt x="1098550" y="1009650"/>
                  <a:pt x="1083359" y="1020421"/>
                  <a:pt x="1066800" y="1028700"/>
                </a:cubicBezTo>
                <a:cubicBezTo>
                  <a:pt x="1029954" y="1047123"/>
                  <a:pt x="992030" y="1055506"/>
                  <a:pt x="952500" y="1066800"/>
                </a:cubicBezTo>
                <a:cubicBezTo>
                  <a:pt x="927100" y="1085850"/>
                  <a:pt x="902239" y="1105640"/>
                  <a:pt x="876300" y="1123950"/>
                </a:cubicBezTo>
                <a:cubicBezTo>
                  <a:pt x="848243" y="1143755"/>
                  <a:pt x="814859" y="1156816"/>
                  <a:pt x="790575" y="1181100"/>
                </a:cubicBezTo>
                <a:cubicBezTo>
                  <a:pt x="779289" y="1192386"/>
                  <a:pt x="745141" y="1262442"/>
                  <a:pt x="733425" y="1285875"/>
                </a:cubicBezTo>
                <a:cubicBezTo>
                  <a:pt x="742950" y="1355725"/>
                  <a:pt x="740427" y="1428310"/>
                  <a:pt x="762000" y="1495425"/>
                </a:cubicBezTo>
                <a:cubicBezTo>
                  <a:pt x="770244" y="1521073"/>
                  <a:pt x="804206" y="1530159"/>
                  <a:pt x="819150" y="1552575"/>
                </a:cubicBezTo>
                <a:cubicBezTo>
                  <a:pt x="825500" y="1562100"/>
                  <a:pt x="828261" y="1575470"/>
                  <a:pt x="838200" y="1581150"/>
                </a:cubicBezTo>
                <a:cubicBezTo>
                  <a:pt x="852256" y="1589182"/>
                  <a:pt x="869950" y="1587500"/>
                  <a:pt x="885825" y="1590675"/>
                </a:cubicBezTo>
                <a:cubicBezTo>
                  <a:pt x="908050" y="1603375"/>
                  <a:pt x="928091" y="1621067"/>
                  <a:pt x="952500" y="1628775"/>
                </a:cubicBezTo>
                <a:cubicBezTo>
                  <a:pt x="989333" y="1640406"/>
                  <a:pt x="1030157" y="1635611"/>
                  <a:pt x="1066800" y="1647825"/>
                </a:cubicBezTo>
                <a:lnTo>
                  <a:pt x="1095375" y="1657350"/>
                </a:lnTo>
                <a:cubicBezTo>
                  <a:pt x="1165225" y="1654175"/>
                  <a:pt x="1235758" y="1658072"/>
                  <a:pt x="1304925" y="1647825"/>
                </a:cubicBezTo>
                <a:cubicBezTo>
                  <a:pt x="1323238" y="1645112"/>
                  <a:pt x="1336931" y="1629189"/>
                  <a:pt x="1352550" y="1619250"/>
                </a:cubicBezTo>
                <a:cubicBezTo>
                  <a:pt x="1371866" y="1606958"/>
                  <a:pt x="1389924" y="1592686"/>
                  <a:pt x="1409700" y="1581150"/>
                </a:cubicBezTo>
                <a:cubicBezTo>
                  <a:pt x="1428097" y="1570418"/>
                  <a:pt x="1449129" y="1564389"/>
                  <a:pt x="1466850" y="1552575"/>
                </a:cubicBezTo>
                <a:cubicBezTo>
                  <a:pt x="1478058" y="1545103"/>
                  <a:pt x="1485413" y="1533011"/>
                  <a:pt x="1495425" y="1524000"/>
                </a:cubicBezTo>
                <a:cubicBezTo>
                  <a:pt x="1517183" y="1504418"/>
                  <a:pt x="1540342" y="1486432"/>
                  <a:pt x="1562100" y="1466850"/>
                </a:cubicBezTo>
                <a:cubicBezTo>
                  <a:pt x="1572112" y="1457839"/>
                  <a:pt x="1578412" y="1443849"/>
                  <a:pt x="1590675" y="1438275"/>
                </a:cubicBezTo>
                <a:cubicBezTo>
                  <a:pt x="1614510" y="1427441"/>
                  <a:pt x="1666875" y="1419225"/>
                  <a:pt x="1666875" y="1419225"/>
                </a:cubicBezTo>
                <a:cubicBezTo>
                  <a:pt x="1767956" y="1431117"/>
                  <a:pt x="1826720" y="1419444"/>
                  <a:pt x="1905000" y="1476375"/>
                </a:cubicBezTo>
                <a:cubicBezTo>
                  <a:pt x="1917839" y="1485712"/>
                  <a:pt x="1922350" y="1503250"/>
                  <a:pt x="1933575" y="1514475"/>
                </a:cubicBezTo>
                <a:cubicBezTo>
                  <a:pt x="1941670" y="1522570"/>
                  <a:pt x="1954055" y="1525430"/>
                  <a:pt x="1962150" y="1533525"/>
                </a:cubicBezTo>
                <a:cubicBezTo>
                  <a:pt x="1994232" y="1565607"/>
                  <a:pt x="2011857" y="1601873"/>
                  <a:pt x="2038350" y="1638300"/>
                </a:cubicBezTo>
                <a:cubicBezTo>
                  <a:pt x="2050307" y="1654742"/>
                  <a:pt x="2065344" y="1668896"/>
                  <a:pt x="2076450" y="1685925"/>
                </a:cubicBezTo>
                <a:cubicBezTo>
                  <a:pt x="2113037" y="1742025"/>
                  <a:pt x="2146766" y="1799943"/>
                  <a:pt x="2181225" y="1857375"/>
                </a:cubicBezTo>
                <a:cubicBezTo>
                  <a:pt x="2194395" y="1879325"/>
                  <a:pt x="2205126" y="1902751"/>
                  <a:pt x="2219325" y="1924050"/>
                </a:cubicBezTo>
                <a:cubicBezTo>
                  <a:pt x="2232025" y="1943100"/>
                  <a:pt x="2247186" y="1960722"/>
                  <a:pt x="2257425" y="1981200"/>
                </a:cubicBezTo>
                <a:cubicBezTo>
                  <a:pt x="2306884" y="2080118"/>
                  <a:pt x="2240157" y="2002032"/>
                  <a:pt x="2314575" y="2076450"/>
                </a:cubicBezTo>
                <a:cubicBezTo>
                  <a:pt x="2324100" y="2101850"/>
                  <a:pt x="2332716" y="2127609"/>
                  <a:pt x="2343150" y="2152650"/>
                </a:cubicBezTo>
                <a:cubicBezTo>
                  <a:pt x="2348611" y="2165757"/>
                  <a:pt x="2355850" y="2178050"/>
                  <a:pt x="2362200" y="2190750"/>
                </a:cubicBezTo>
                <a:lnTo>
                  <a:pt x="2371725" y="2209800"/>
                </a:ln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1390AA6-B3D8-4B45-AE64-E7ECB5AEC311}"/>
              </a:ext>
            </a:extLst>
          </p:cNvPr>
          <p:cNvSpPr txBox="1"/>
          <p:nvPr/>
        </p:nvSpPr>
        <p:spPr>
          <a:xfrm>
            <a:off x="3906689" y="781361"/>
            <a:ext cx="4386889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5400" b="1">
                <a:solidFill>
                  <a:schemeClr val="bg1"/>
                </a:solidFill>
                <a:latin typeface="Arial"/>
                <a:cs typeface="Arial"/>
              </a:rPr>
              <a:t>VENTAJAS</a:t>
            </a:r>
            <a:r>
              <a:rPr lang="es-ES" sz="2800">
                <a:latin typeface="Bradley Hand ITC"/>
              </a:rPr>
              <a:t> </a:t>
            </a:r>
            <a:endParaRPr lang="es-ES" sz="2800">
              <a:latin typeface="Bradley Hand ITC" panose="03070402050302030203" pitchFamily="66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F6A584D-BBA4-4753-AB39-F6BBAD8EB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55" y="390818"/>
            <a:ext cx="3282644" cy="2245938"/>
          </a:xfrm>
          <a:prstGeom prst="rect">
            <a:avLst/>
          </a:prstGeom>
        </p:spPr>
      </p:pic>
      <p:sp>
        <p:nvSpPr>
          <p:cNvPr id="4" name="Explosión: 8 puntos 3">
            <a:extLst>
              <a:ext uri="{FF2B5EF4-FFF2-40B4-BE49-F238E27FC236}">
                <a16:creationId xmlns:a16="http://schemas.microsoft.com/office/drawing/2014/main" id="{0ABF8199-5B3F-790D-0610-4FCDDF30A396}"/>
              </a:ext>
            </a:extLst>
          </p:cNvPr>
          <p:cNvSpPr/>
          <p:nvPr/>
        </p:nvSpPr>
        <p:spPr>
          <a:xfrm>
            <a:off x="8296814" y="5500419"/>
            <a:ext cx="2596550" cy="1288210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5" action="ppaction://hlinksldjump"/>
              </a:rPr>
              <a:t>ADELANTE</a:t>
            </a:r>
            <a:endParaRPr lang="es-ES"/>
          </a:p>
        </p:txBody>
      </p:sp>
      <p:sp>
        <p:nvSpPr>
          <p:cNvPr id="7" name="Cinta: curvada e inclinada hacia arriba 6">
            <a:extLst>
              <a:ext uri="{FF2B5EF4-FFF2-40B4-BE49-F238E27FC236}">
                <a16:creationId xmlns:a16="http://schemas.microsoft.com/office/drawing/2014/main" id="{C6E06843-238A-E7B3-6061-882DCA7617A0}"/>
              </a:ext>
            </a:extLst>
          </p:cNvPr>
          <p:cNvSpPr/>
          <p:nvPr/>
        </p:nvSpPr>
        <p:spPr>
          <a:xfrm>
            <a:off x="4723228" y="5505357"/>
            <a:ext cx="3157096" cy="1262158"/>
          </a:xfrm>
          <a:prstGeom prst="ellipseRibbon2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6" action="ppaction://hlinksldjump"/>
              </a:rPr>
              <a:t>INDICE</a:t>
            </a:r>
            <a:endParaRPr lang="es-ES"/>
          </a:p>
        </p:txBody>
      </p:sp>
      <p:sp>
        <p:nvSpPr>
          <p:cNvPr id="9" name="Círculo parcial 8">
            <a:extLst>
              <a:ext uri="{FF2B5EF4-FFF2-40B4-BE49-F238E27FC236}">
                <a16:creationId xmlns:a16="http://schemas.microsoft.com/office/drawing/2014/main" id="{7C8D3854-61E5-DEFE-341F-4A68B7A39B2C}"/>
              </a:ext>
            </a:extLst>
          </p:cNvPr>
          <p:cNvSpPr/>
          <p:nvPr/>
        </p:nvSpPr>
        <p:spPr>
          <a:xfrm rot="2280000">
            <a:off x="8182017" y="5614322"/>
            <a:ext cx="1201947" cy="1101304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Explosión: 8 puntos 11">
            <a:extLst>
              <a:ext uri="{FF2B5EF4-FFF2-40B4-BE49-F238E27FC236}">
                <a16:creationId xmlns:a16="http://schemas.microsoft.com/office/drawing/2014/main" id="{9199358F-AB86-E7A6-4DF9-41B913B77346}"/>
              </a:ext>
            </a:extLst>
          </p:cNvPr>
          <p:cNvSpPr/>
          <p:nvPr/>
        </p:nvSpPr>
        <p:spPr>
          <a:xfrm>
            <a:off x="1136889" y="5601061"/>
            <a:ext cx="2596550" cy="1360096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7" action="ppaction://hlinksldjump"/>
              </a:rPr>
              <a:t>ANTERIOR</a:t>
            </a:r>
            <a:endParaRPr lang="es-ES"/>
          </a:p>
        </p:txBody>
      </p:sp>
      <p:sp>
        <p:nvSpPr>
          <p:cNvPr id="13" name="Círculo parcial 12">
            <a:extLst>
              <a:ext uri="{FF2B5EF4-FFF2-40B4-BE49-F238E27FC236}">
                <a16:creationId xmlns:a16="http://schemas.microsoft.com/office/drawing/2014/main" id="{E1A220AF-EDD6-C0D5-FC3C-368FB2B7F182}"/>
              </a:ext>
            </a:extLst>
          </p:cNvPr>
          <p:cNvSpPr/>
          <p:nvPr/>
        </p:nvSpPr>
        <p:spPr>
          <a:xfrm rot="13140000">
            <a:off x="2709146" y="5585780"/>
            <a:ext cx="1245078" cy="1115682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44322F9-F89F-0866-1CF5-6F2C59A1D981}"/>
              </a:ext>
            </a:extLst>
          </p:cNvPr>
          <p:cNvSpPr/>
          <p:nvPr/>
        </p:nvSpPr>
        <p:spPr>
          <a:xfrm>
            <a:off x="3322248" y="5716079"/>
            <a:ext cx="411194" cy="4399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D72D15-8841-1D7A-01AC-692BD5C85130}"/>
              </a:ext>
            </a:extLst>
          </p:cNvPr>
          <p:cNvSpPr/>
          <p:nvPr/>
        </p:nvSpPr>
        <p:spPr>
          <a:xfrm>
            <a:off x="8368700" y="5701701"/>
            <a:ext cx="411194" cy="4399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18654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4" grpId="0" animBg="1"/>
      <p:bldP spid="15" grpId="0" animBg="1"/>
      <p:bldP spid="16" grpId="0" animBg="1"/>
      <p:bldP spid="4" grpId="0" animBg="1"/>
      <p:bldP spid="7" grpId="0" animBg="1"/>
      <p:bldP spid="9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rculo parcial 3">
            <a:extLst>
              <a:ext uri="{FF2B5EF4-FFF2-40B4-BE49-F238E27FC236}">
                <a16:creationId xmlns:a16="http://schemas.microsoft.com/office/drawing/2014/main" id="{6BEB0291-7F46-4391-A816-29153846A29A}"/>
              </a:ext>
            </a:extLst>
          </p:cNvPr>
          <p:cNvSpPr/>
          <p:nvPr/>
        </p:nvSpPr>
        <p:spPr>
          <a:xfrm rot="2700576">
            <a:off x="2267405" y="402439"/>
            <a:ext cx="2421327" cy="2282766"/>
          </a:xfrm>
          <a:prstGeom prst="pie">
            <a:avLst>
              <a:gd name="adj1" fmla="val 21376713"/>
              <a:gd name="adj2" fmla="val 16729272"/>
            </a:avLst>
          </a:prstGeom>
          <a:solidFill>
            <a:schemeClr val="accent4">
              <a:lumMod val="60000"/>
              <a:lumOff val="4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416A7ACB-50A7-4A03-A220-D0DF42CFA012}"/>
              </a:ext>
            </a:extLst>
          </p:cNvPr>
          <p:cNvSpPr/>
          <p:nvPr/>
        </p:nvSpPr>
        <p:spPr>
          <a:xfrm>
            <a:off x="2998039" y="890138"/>
            <a:ext cx="457200" cy="4572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 doblada 7">
            <a:extLst>
              <a:ext uri="{FF2B5EF4-FFF2-40B4-BE49-F238E27FC236}">
                <a16:creationId xmlns:a16="http://schemas.microsoft.com/office/drawing/2014/main" id="{5C417C00-CCD7-4C4A-BD54-5C13CB44EF12}"/>
              </a:ext>
            </a:extLst>
          </p:cNvPr>
          <p:cNvSpPr/>
          <p:nvPr/>
        </p:nvSpPr>
        <p:spPr>
          <a:xfrm>
            <a:off x="475608" y="2641901"/>
            <a:ext cx="2105564" cy="2479015"/>
          </a:xfrm>
          <a:prstGeom prst="foldedCorner">
            <a:avLst>
              <a:gd name="adj" fmla="val 22799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000">
                <a:solidFill>
                  <a:schemeClr val="bg1"/>
                </a:solidFill>
                <a:latin typeface="Arial"/>
                <a:ea typeface="Cambria"/>
                <a:cs typeface="Arial"/>
              </a:rPr>
              <a:t>Vulnerabilidades y </a:t>
            </a:r>
            <a:r>
              <a:rPr lang="es-ES" sz="2000" err="1">
                <a:solidFill>
                  <a:schemeClr val="bg1"/>
                </a:solidFill>
                <a:latin typeface="Arial"/>
                <a:ea typeface="Cambria"/>
                <a:cs typeface="Arial"/>
              </a:rPr>
              <a:t>hakeos</a:t>
            </a:r>
            <a:r>
              <a:rPr lang="es-ES" sz="2000">
                <a:solidFill>
                  <a:schemeClr val="bg1"/>
                </a:solidFill>
                <a:latin typeface="Arial"/>
                <a:ea typeface="Cambria"/>
                <a:cs typeface="Arial"/>
              </a:rPr>
              <a:t>, almacena clips de voz.</a:t>
            </a:r>
            <a:r>
              <a:rPr lang="es-ES" sz="1600">
                <a:solidFill>
                  <a:srgbClr val="FFFF00"/>
                </a:solidFill>
                <a:latin typeface="Arial"/>
                <a:ea typeface="Cambria"/>
                <a:cs typeface="Arial"/>
              </a:rPr>
              <a:t> </a:t>
            </a:r>
            <a:endParaRPr lang="es-ES" sz="1600">
              <a:solidFill>
                <a:srgbClr val="FFFF00"/>
              </a:solidFill>
              <a:latin typeface="Arial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E7AE7E2B-1A7F-4DCC-9A6E-61165F035D0D}"/>
              </a:ext>
            </a:extLst>
          </p:cNvPr>
          <p:cNvSpPr/>
          <p:nvPr/>
        </p:nvSpPr>
        <p:spPr>
          <a:xfrm>
            <a:off x="9421612" y="2498127"/>
            <a:ext cx="2442637" cy="2225734"/>
          </a:xfrm>
          <a:prstGeom prst="foldedCorner">
            <a:avLst>
              <a:gd name="adj" fmla="val 24785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2000">
              <a:solidFill>
                <a:schemeClr val="bg1"/>
              </a:solidFill>
              <a:latin typeface="Arial"/>
              <a:ea typeface="Cambria"/>
              <a:cs typeface="Arial"/>
            </a:endParaRPr>
          </a:p>
          <a:p>
            <a:pPr algn="ctr"/>
            <a:r>
              <a:rPr lang="es-ES" sz="2000">
                <a:solidFill>
                  <a:schemeClr val="bg1"/>
                </a:solidFill>
                <a:latin typeface="Arial"/>
                <a:ea typeface="Cambria"/>
                <a:cs typeface="Arial"/>
              </a:rPr>
              <a:t>Uso de datos </a:t>
            </a:r>
            <a:endParaRPr lang="es-E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s-ES" sz="2000">
                <a:solidFill>
                  <a:schemeClr val="bg1"/>
                </a:solidFill>
                <a:latin typeface="Arial"/>
                <a:ea typeface="Cambria"/>
                <a:cs typeface="Arial"/>
              </a:rPr>
              <a:t>retención de perfiles y datos de voz, incluso de menores de edad.</a:t>
            </a:r>
            <a:endParaRPr lang="es-CO" sz="2000">
              <a:solidFill>
                <a:schemeClr val="bg1"/>
              </a:solidFill>
              <a:latin typeface="Arial"/>
              <a:ea typeface="Cambria"/>
              <a:cs typeface="Arial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B3C57198-C856-4920-A0EE-0B2B78121DB3}"/>
              </a:ext>
            </a:extLst>
          </p:cNvPr>
          <p:cNvSpPr/>
          <p:nvPr/>
        </p:nvSpPr>
        <p:spPr>
          <a:xfrm>
            <a:off x="5433924" y="2498128"/>
            <a:ext cx="2119941" cy="2470149"/>
          </a:xfrm>
          <a:prstGeom prst="foldedCorner">
            <a:avLst>
              <a:gd name="adj" fmla="val 2421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2000">
              <a:solidFill>
                <a:schemeClr val="bg1"/>
              </a:solidFill>
              <a:latin typeface="Arial"/>
              <a:ea typeface="Cambria"/>
              <a:cs typeface="Arial"/>
            </a:endParaRPr>
          </a:p>
          <a:p>
            <a:pPr algn="ctr"/>
            <a:r>
              <a:rPr lang="es-ES" sz="2000">
                <a:solidFill>
                  <a:schemeClr val="bg1"/>
                </a:solidFill>
                <a:latin typeface="Arial"/>
                <a:ea typeface="Cambria"/>
                <a:cs typeface="Arial"/>
              </a:rPr>
              <a:t>Errores de reconocimiento</a:t>
            </a:r>
            <a:endParaRPr lang="es-E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s-ES" sz="2000">
                <a:solidFill>
                  <a:schemeClr val="bg1"/>
                </a:solidFill>
                <a:latin typeface="Arial"/>
                <a:ea typeface="Cambria"/>
                <a:cs typeface="Arial"/>
              </a:rPr>
              <a:t> malinterpretar acentos, palabras confusas</a:t>
            </a:r>
            <a:r>
              <a:rPr lang="es-ES" sz="1600">
                <a:solidFill>
                  <a:schemeClr val="bg1"/>
                </a:solidFill>
                <a:latin typeface="Arial"/>
                <a:ea typeface="Cambria"/>
                <a:cs typeface="Arial"/>
              </a:rPr>
              <a:t>.</a:t>
            </a:r>
            <a:endParaRPr lang="es-CO" sz="1600">
              <a:solidFill>
                <a:schemeClr val="bg1"/>
              </a:solidFill>
              <a:latin typeface="Arial"/>
              <a:ea typeface="Cambria"/>
              <a:cs typeface="Arial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F50A2B6-C738-49C3-A300-F9E4DBACD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858" y="411033"/>
            <a:ext cx="2459259" cy="1775116"/>
          </a:xfrm>
          <a:prstGeom prst="rect">
            <a:avLst/>
          </a:prstGeom>
        </p:spPr>
      </p:pic>
      <p:sp>
        <p:nvSpPr>
          <p:cNvPr id="3" name="Explosión: 8 puntos 2">
            <a:extLst>
              <a:ext uri="{FF2B5EF4-FFF2-40B4-BE49-F238E27FC236}">
                <a16:creationId xmlns:a16="http://schemas.microsoft.com/office/drawing/2014/main" id="{9579ED93-5D4B-BDB6-110A-BF011A626D65}"/>
              </a:ext>
            </a:extLst>
          </p:cNvPr>
          <p:cNvSpPr/>
          <p:nvPr/>
        </p:nvSpPr>
        <p:spPr>
          <a:xfrm>
            <a:off x="9304128" y="5371921"/>
            <a:ext cx="2107720" cy="1086928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5" action="ppaction://hlinksldjump"/>
              </a:rPr>
              <a:t>ADELANTE</a:t>
            </a:r>
            <a:endParaRPr lang="es-ES"/>
          </a:p>
        </p:txBody>
      </p:sp>
      <p:sp>
        <p:nvSpPr>
          <p:cNvPr id="7" name="Cinta: curvada e inclinada hacia arriba 6">
            <a:extLst>
              <a:ext uri="{FF2B5EF4-FFF2-40B4-BE49-F238E27FC236}">
                <a16:creationId xmlns:a16="http://schemas.microsoft.com/office/drawing/2014/main" id="{2728B76B-2D7B-9655-5ADD-4A16E88F1FC1}"/>
              </a:ext>
            </a:extLst>
          </p:cNvPr>
          <p:cNvSpPr/>
          <p:nvPr/>
        </p:nvSpPr>
        <p:spPr>
          <a:xfrm>
            <a:off x="5126694" y="5463123"/>
            <a:ext cx="2826414" cy="1075254"/>
          </a:xfrm>
          <a:prstGeom prst="ellipseRibbon2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6" action="ppaction://hlinksldjump"/>
              </a:rPr>
              <a:t>INDICE</a:t>
            </a:r>
            <a:endParaRPr lang="es-ES"/>
          </a:p>
        </p:txBody>
      </p:sp>
      <p:sp>
        <p:nvSpPr>
          <p:cNvPr id="13" name="Flecha: a la derecha con muesca 12">
            <a:extLst>
              <a:ext uri="{FF2B5EF4-FFF2-40B4-BE49-F238E27FC236}">
                <a16:creationId xmlns:a16="http://schemas.microsoft.com/office/drawing/2014/main" id="{6B703154-07BA-6F26-4DB3-924DECC4AB7A}"/>
              </a:ext>
            </a:extLst>
          </p:cNvPr>
          <p:cNvSpPr/>
          <p:nvPr/>
        </p:nvSpPr>
        <p:spPr>
          <a:xfrm rot="10800000">
            <a:off x="3478948" y="411852"/>
            <a:ext cx="5291616" cy="2238668"/>
          </a:xfrm>
          <a:prstGeom prst="notched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ea typeface="Calibri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81627BB-8B32-B28D-3CF9-2CFC9779D535}"/>
              </a:ext>
            </a:extLst>
          </p:cNvPr>
          <p:cNvSpPr txBox="1"/>
          <p:nvPr/>
        </p:nvSpPr>
        <p:spPr>
          <a:xfrm>
            <a:off x="3780021" y="1017121"/>
            <a:ext cx="468414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6000" b="1">
                <a:solidFill>
                  <a:schemeClr val="bg1"/>
                </a:solidFill>
                <a:ea typeface="Calibri"/>
                <a:cs typeface="Calibri"/>
              </a:rPr>
              <a:t>DESVENTAJAS</a:t>
            </a:r>
          </a:p>
        </p:txBody>
      </p:sp>
      <p:sp>
        <p:nvSpPr>
          <p:cNvPr id="22" name="Círculo parcial 21">
            <a:extLst>
              <a:ext uri="{FF2B5EF4-FFF2-40B4-BE49-F238E27FC236}">
                <a16:creationId xmlns:a16="http://schemas.microsoft.com/office/drawing/2014/main" id="{32A4F091-15A4-2258-4AA4-AC4D2F1E184D}"/>
              </a:ext>
            </a:extLst>
          </p:cNvPr>
          <p:cNvSpPr/>
          <p:nvPr/>
        </p:nvSpPr>
        <p:spPr>
          <a:xfrm rot="2220000">
            <a:off x="9132499" y="5358442"/>
            <a:ext cx="914400" cy="914400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4" name="Explosión: 8 puntos 23">
            <a:extLst>
              <a:ext uri="{FF2B5EF4-FFF2-40B4-BE49-F238E27FC236}">
                <a16:creationId xmlns:a16="http://schemas.microsoft.com/office/drawing/2014/main" id="{BD54AEC9-D952-FC41-D2B5-340855787860}"/>
              </a:ext>
            </a:extLst>
          </p:cNvPr>
          <p:cNvSpPr/>
          <p:nvPr/>
        </p:nvSpPr>
        <p:spPr>
          <a:xfrm>
            <a:off x="1367826" y="5458185"/>
            <a:ext cx="2107720" cy="1086928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7" action="ppaction://hlinksldjump"/>
              </a:rPr>
              <a:t>ANTERIOR</a:t>
            </a:r>
            <a:endParaRPr lang="es-ES"/>
          </a:p>
        </p:txBody>
      </p:sp>
      <p:sp>
        <p:nvSpPr>
          <p:cNvPr id="25" name="Círculo parcial 24">
            <a:extLst>
              <a:ext uri="{FF2B5EF4-FFF2-40B4-BE49-F238E27FC236}">
                <a16:creationId xmlns:a16="http://schemas.microsoft.com/office/drawing/2014/main" id="{45158EC1-D05F-67AF-7584-8FAA1AEB1E84}"/>
              </a:ext>
            </a:extLst>
          </p:cNvPr>
          <p:cNvSpPr/>
          <p:nvPr/>
        </p:nvSpPr>
        <p:spPr>
          <a:xfrm rot="12660000">
            <a:off x="2762430" y="5458185"/>
            <a:ext cx="914400" cy="914400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7B838DF5-76BC-AE6D-E29E-C4B03749064D}"/>
              </a:ext>
            </a:extLst>
          </p:cNvPr>
          <p:cNvSpPr/>
          <p:nvPr/>
        </p:nvSpPr>
        <p:spPr>
          <a:xfrm>
            <a:off x="3178476" y="5586682"/>
            <a:ext cx="296174" cy="3393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9B01DF9-C336-515D-64BC-0856E02CF69B}"/>
              </a:ext>
            </a:extLst>
          </p:cNvPr>
          <p:cNvSpPr/>
          <p:nvPr/>
        </p:nvSpPr>
        <p:spPr>
          <a:xfrm>
            <a:off x="9274475" y="5486040"/>
            <a:ext cx="296174" cy="3393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pic>
        <p:nvPicPr>
          <p:cNvPr id="6" name="Imagen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B356D9A-32F1-EE3C-8907-3DC6FC6A94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7679" y="3036229"/>
            <a:ext cx="2099095" cy="16913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95100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3" grpId="0" animBg="1"/>
      <p:bldP spid="7" grpId="0" animBg="1"/>
      <p:bldP spid="13" grpId="0" animBg="1"/>
      <p:bldP spid="22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50000">
              <a:srgbClr val="002060"/>
            </a:gs>
            <a:gs pos="100000">
              <a:schemeClr val="accent2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ABE4306-D1B2-4F28-AE2E-B2A4CAF46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415" y="2729762"/>
            <a:ext cx="2486646" cy="170425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</p:pic>
      <p:sp>
        <p:nvSpPr>
          <p:cNvPr id="8" name="Cinta: curvada e inclinada hacia arriba 7">
            <a:extLst>
              <a:ext uri="{FF2B5EF4-FFF2-40B4-BE49-F238E27FC236}">
                <a16:creationId xmlns:a16="http://schemas.microsoft.com/office/drawing/2014/main" id="{32ECBED3-8A07-1605-9A92-044E3D9CC7C7}"/>
              </a:ext>
            </a:extLst>
          </p:cNvPr>
          <p:cNvSpPr/>
          <p:nvPr/>
        </p:nvSpPr>
        <p:spPr>
          <a:xfrm>
            <a:off x="5399862" y="5506256"/>
            <a:ext cx="2323208" cy="1017744"/>
          </a:xfrm>
          <a:prstGeom prst="ellipseRibbon2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3" action="ppaction://hlinksldjump"/>
              </a:rPr>
              <a:t>INDICE</a:t>
            </a:r>
            <a:endParaRPr lang="es-ES"/>
          </a:p>
        </p:txBody>
      </p:sp>
      <p:sp>
        <p:nvSpPr>
          <p:cNvPr id="11" name="Explosión: 8 puntos 10">
            <a:extLst>
              <a:ext uri="{FF2B5EF4-FFF2-40B4-BE49-F238E27FC236}">
                <a16:creationId xmlns:a16="http://schemas.microsoft.com/office/drawing/2014/main" id="{96004625-1E5C-BF67-7E2A-D2152BE5F2FA}"/>
              </a:ext>
            </a:extLst>
          </p:cNvPr>
          <p:cNvSpPr/>
          <p:nvPr/>
        </p:nvSpPr>
        <p:spPr>
          <a:xfrm>
            <a:off x="2633032" y="5486939"/>
            <a:ext cx="2107720" cy="1374475"/>
          </a:xfrm>
          <a:prstGeom prst="irregularSeal1">
            <a:avLst/>
          </a:prstGeom>
          <a:solidFill>
            <a:srgbClr val="2675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  <a:hlinkClick r:id="rId4" action="ppaction://hlinksldjump"/>
              </a:rPr>
              <a:t>ANTERIOR</a:t>
            </a:r>
            <a:endParaRPr lang="es-ES"/>
          </a:p>
        </p:txBody>
      </p:sp>
      <p:sp>
        <p:nvSpPr>
          <p:cNvPr id="12" name="Círculo parcial 11">
            <a:extLst>
              <a:ext uri="{FF2B5EF4-FFF2-40B4-BE49-F238E27FC236}">
                <a16:creationId xmlns:a16="http://schemas.microsoft.com/office/drawing/2014/main" id="{65CA0227-F91F-9DE7-9BAD-2A4A466398DB}"/>
              </a:ext>
            </a:extLst>
          </p:cNvPr>
          <p:cNvSpPr/>
          <p:nvPr/>
        </p:nvSpPr>
        <p:spPr>
          <a:xfrm rot="13260000">
            <a:off x="3826769" y="5383243"/>
            <a:ext cx="1316965" cy="1273834"/>
          </a:xfrm>
          <a:prstGeom prst="pie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5AC4B25-C158-7221-020A-CC0FD2AE1861}"/>
              </a:ext>
            </a:extLst>
          </p:cNvPr>
          <p:cNvSpPr/>
          <p:nvPr/>
        </p:nvSpPr>
        <p:spPr>
          <a:xfrm>
            <a:off x="4369998" y="5541753"/>
            <a:ext cx="368061" cy="4399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V</a:t>
            </a:r>
            <a:endParaRPr lang="es-ES"/>
          </a:p>
        </p:txBody>
      </p:sp>
      <p:sp>
        <p:nvSpPr>
          <p:cNvPr id="14" name="Bocadillo nube: nube 13">
            <a:extLst>
              <a:ext uri="{FF2B5EF4-FFF2-40B4-BE49-F238E27FC236}">
                <a16:creationId xmlns:a16="http://schemas.microsoft.com/office/drawing/2014/main" id="{EAA58F1E-9687-5C6B-7B86-08D2EB775990}"/>
              </a:ext>
            </a:extLst>
          </p:cNvPr>
          <p:cNvSpPr/>
          <p:nvPr/>
        </p:nvSpPr>
        <p:spPr>
          <a:xfrm>
            <a:off x="172879" y="889843"/>
            <a:ext cx="5753960" cy="2539275"/>
          </a:xfrm>
          <a:prstGeom prst="cloudCallout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000">
                <a:solidFill>
                  <a:schemeClr val="bg1"/>
                </a:solidFill>
                <a:latin typeface="Bahnschrift SemiCondensed"/>
              </a:rPr>
              <a:t>Tiene dos componentes principales: cuenta de Amazon y dispositivo conectado a Internet usuario, puede configurar su perfil personal, guardar ajustes de software-hardware.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D84089-1BE9-7519-07A3-BFC5A0EE2AB4}"/>
              </a:ext>
            </a:extLst>
          </p:cNvPr>
          <p:cNvSpPr txBox="1"/>
          <p:nvPr/>
        </p:nvSpPr>
        <p:spPr>
          <a:xfrm>
            <a:off x="2217478" y="122972"/>
            <a:ext cx="1029131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>
                <a:solidFill>
                  <a:schemeClr val="bg1"/>
                </a:solidFill>
                <a:ea typeface="Calibri"/>
                <a:cs typeface="Calibri"/>
              </a:rPr>
              <a:t>F</a:t>
            </a:r>
            <a:r>
              <a:rPr lang="es-ES" sz="4400" b="1">
                <a:solidFill>
                  <a:schemeClr val="bg1"/>
                </a:solidFill>
                <a:ea typeface="Calibri"/>
                <a:cs typeface="Calibri"/>
              </a:rPr>
              <a:t>UNCIONAMIENTO DEL MODELO</a:t>
            </a:r>
            <a:r>
              <a:rPr lang="es-ES">
                <a:ea typeface="Calibri"/>
                <a:cs typeface="Calibri"/>
              </a:rPr>
              <a:t> </a:t>
            </a:r>
          </a:p>
        </p:txBody>
      </p:sp>
      <p:sp>
        <p:nvSpPr>
          <p:cNvPr id="18" name="Nube 17">
            <a:extLst>
              <a:ext uri="{FF2B5EF4-FFF2-40B4-BE49-F238E27FC236}">
                <a16:creationId xmlns:a16="http://schemas.microsoft.com/office/drawing/2014/main" id="{FB6CFB48-9470-EF6E-00C7-C5C33A53EE5E}"/>
              </a:ext>
            </a:extLst>
          </p:cNvPr>
          <p:cNvSpPr/>
          <p:nvPr/>
        </p:nvSpPr>
        <p:spPr>
          <a:xfrm>
            <a:off x="6799773" y="883489"/>
            <a:ext cx="4940058" cy="2539041"/>
          </a:xfrm>
          <a:prstGeom prst="cloud">
            <a:avLst/>
          </a:prstGeom>
          <a:solidFill>
            <a:srgbClr val="2F6A7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>
                <a:ea typeface="Calibri"/>
                <a:cs typeface="Calibri"/>
              </a:rPr>
              <a:t> Asociarla con dispositivos </a:t>
            </a:r>
            <a:r>
              <a:rPr lang="es-ES" sz="2000" err="1">
                <a:ea typeface="Calibri"/>
                <a:cs typeface="Calibri"/>
              </a:rPr>
              <a:t>compatib</a:t>
            </a:r>
            <a:r>
              <a:rPr lang="es-ES" sz="2000">
                <a:ea typeface="Calibri"/>
                <a:cs typeface="Calibri"/>
              </a:rPr>
              <a:t>les mediante comando de voz concreto, dependiendo de afinado que queremos el resultado.</a:t>
            </a:r>
          </a:p>
        </p:txBody>
      </p:sp>
      <p:pic>
        <p:nvPicPr>
          <p:cNvPr id="19" name="Imagen 18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91750F69-D6F7-3F67-DA81-FB5C258DC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81" y="3676292"/>
            <a:ext cx="3240659" cy="183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4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1|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4|1|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Panorámica</PresentationFormat>
  <Paragraphs>82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23" baseType="lpstr">
      <vt:lpstr>Algerian</vt:lpstr>
      <vt:lpstr>Arial</vt:lpstr>
      <vt:lpstr>Arial Black</vt:lpstr>
      <vt:lpstr>Arial Narrow</vt:lpstr>
      <vt:lpstr>Arial Rounded MT Bold</vt:lpstr>
      <vt:lpstr>Bahnschrift</vt:lpstr>
      <vt:lpstr>Bahnschrift Condensed</vt:lpstr>
      <vt:lpstr>Bahnschrift SemiCondensed</vt:lpstr>
      <vt:lpstr>Bahnschrift SemiLight Condensed</vt:lpstr>
      <vt:lpstr>Bodoni MT</vt:lpstr>
      <vt:lpstr>Bradley Hand ITC</vt:lpstr>
      <vt:lpstr>Calibri</vt:lpstr>
      <vt:lpstr>Calibri Light</vt:lpstr>
      <vt:lpstr>Impact</vt:lpstr>
      <vt:lpstr>Tema de Office</vt:lpstr>
      <vt:lpstr>ASISTENTE VIRTUAL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ASITENTE VIRTUAL (IA CONVERSACIONAL)</dc:title>
  <dc:creator>juan jose cabrera</dc:creator>
  <cp:lastModifiedBy>CARLOS ALBERTO MELO SANCHEZ</cp:lastModifiedBy>
  <cp:revision>2</cp:revision>
  <dcterms:created xsi:type="dcterms:W3CDTF">2026-05-24T02:32:54Z</dcterms:created>
  <dcterms:modified xsi:type="dcterms:W3CDTF">2026-09-15T03:49:55Z</dcterms:modified>
</cp:coreProperties>
</file>